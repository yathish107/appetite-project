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7"/>
    <p:sldId id="264" r:id="rId8"/>
    <p:sldId id="261" r:id="rId9"/>
    <p:sldId id="265" r:id="rId10"/>
    <p:sldId id="263" r:id="rId11"/>
    <p:sldId id="266" r:id="rId12"/>
  </p:sldIdLst>
  <p:sldSz cx="14630400" cy="8229600"/>
  <p:notesSz cx="8229600" cy="14630400"/>
  <p:embeddedFontLst>
    <p:embeddedFont>
      <p:font typeface="Aptos Narrow" panose="020B0004020202020204" pitchFamily="34" charset="0"/>
      <p:regular r:id="rId14"/>
      <p:bold r:id="rId15"/>
    </p:embeddedFont>
    <p:embeddedFont>
      <p:font typeface="Sitka Text Semibold" pitchFamily="2" charset="0"/>
      <p:bold r:id="rId16"/>
      <p:boldItalic r:id="rId17"/>
    </p:embeddedFont>
    <p:embeddedFont>
      <p:font typeface="Sora Light" panose="020B0604020202020204" charset="0"/>
      <p:regular r:id="rId18"/>
    </p:embeddedFont>
    <p:embeddedFont>
      <p:font typeface="Sora Semi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26CF7-6995-4C70-99C1-318710EAA08F}" v="21" dt="2025-11-12T03:54:15.4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hambhowmick155@gmail.com" userId="c47d88c4a42b0d1e" providerId="LiveId" clId="{EE6370B7-4F6F-42DD-9343-EAFEE9858BCF}"/>
    <pc:docChg chg="undo custSel addSld modSld sldOrd">
      <pc:chgData name="sohambhowmick155@gmail.com" userId="c47d88c4a42b0d1e" providerId="LiveId" clId="{EE6370B7-4F6F-42DD-9343-EAFEE9858BCF}" dt="2025-11-12T03:54:15.418" v="320" actId="1076"/>
      <pc:docMkLst>
        <pc:docMk/>
      </pc:docMkLst>
      <pc:sldChg chg="addSp modSp mod">
        <pc:chgData name="sohambhowmick155@gmail.com" userId="c47d88c4a42b0d1e" providerId="LiveId" clId="{EE6370B7-4F6F-42DD-9343-EAFEE9858BCF}" dt="2025-11-11T19:39:01.119" v="310" actId="20577"/>
        <pc:sldMkLst>
          <pc:docMk/>
          <pc:sldMk cId="0" sldId="256"/>
        </pc:sldMkLst>
        <pc:spChg chg="mod">
          <ac:chgData name="sohambhowmick155@gmail.com" userId="c47d88c4a42b0d1e" providerId="LiveId" clId="{EE6370B7-4F6F-42DD-9343-EAFEE9858BCF}" dt="2025-11-11T19:33:05.292" v="177" actId="1076"/>
          <ac:spMkLst>
            <pc:docMk/>
            <pc:sldMk cId="0" sldId="256"/>
            <ac:spMk id="3" creationId="{00000000-0000-0000-0000-000000000000}"/>
          </ac:spMkLst>
        </pc:spChg>
        <pc:spChg chg="mod">
          <ac:chgData name="sohambhowmick155@gmail.com" userId="c47d88c4a42b0d1e" providerId="LiveId" clId="{EE6370B7-4F6F-42DD-9343-EAFEE9858BCF}" dt="2025-11-11T19:32:56.307" v="175" actId="1076"/>
          <ac:spMkLst>
            <pc:docMk/>
            <pc:sldMk cId="0" sldId="256"/>
            <ac:spMk id="4" creationId="{00000000-0000-0000-0000-000000000000}"/>
          </ac:spMkLst>
        </pc:spChg>
        <pc:spChg chg="add mod">
          <ac:chgData name="sohambhowmick155@gmail.com" userId="c47d88c4a42b0d1e" providerId="LiveId" clId="{EE6370B7-4F6F-42DD-9343-EAFEE9858BCF}" dt="2025-11-11T19:39:01.119" v="310" actId="20577"/>
          <ac:spMkLst>
            <pc:docMk/>
            <pc:sldMk cId="0" sldId="256"/>
            <ac:spMk id="5" creationId="{51643A18-9310-763D-7FEB-135A16BCE006}"/>
          </ac:spMkLst>
        </pc:spChg>
        <pc:picChg chg="mod">
          <ac:chgData name="sohambhowmick155@gmail.com" userId="c47d88c4a42b0d1e" providerId="LiveId" clId="{EE6370B7-4F6F-42DD-9343-EAFEE9858BCF}" dt="2025-11-11T19:33:20.508" v="181" actId="1076"/>
          <ac:picMkLst>
            <pc:docMk/>
            <pc:sldMk cId="0" sldId="256"/>
            <ac:picMk id="2" creationId="{00000000-0000-0000-0000-000000000000}"/>
          </ac:picMkLst>
        </pc:picChg>
        <pc:picChg chg="add mod">
          <ac:chgData name="sohambhowmick155@gmail.com" userId="c47d88c4a42b0d1e" providerId="LiveId" clId="{EE6370B7-4F6F-42DD-9343-EAFEE9858BCF}" dt="2025-11-11T19:33:10.348" v="178" actId="1076"/>
          <ac:picMkLst>
            <pc:docMk/>
            <pc:sldMk cId="0" sldId="256"/>
            <ac:picMk id="6" creationId="{94FB9FC5-D020-604E-254E-E9FBD669D0DD}"/>
          </ac:picMkLst>
        </pc:picChg>
        <pc:picChg chg="add mod">
          <ac:chgData name="sohambhowmick155@gmail.com" userId="c47d88c4a42b0d1e" providerId="LiveId" clId="{EE6370B7-4F6F-42DD-9343-EAFEE9858BCF}" dt="2025-11-11T19:09:07.796" v="22" actId="1076"/>
          <ac:picMkLst>
            <pc:docMk/>
            <pc:sldMk cId="0" sldId="256"/>
            <ac:picMk id="8" creationId="{08C5DA48-BE81-07F9-A1AB-1EED672D380F}"/>
          </ac:picMkLst>
        </pc:picChg>
      </pc:sldChg>
      <pc:sldChg chg="addSp modSp mod">
        <pc:chgData name="sohambhowmick155@gmail.com" userId="c47d88c4a42b0d1e" providerId="LiveId" clId="{EE6370B7-4F6F-42DD-9343-EAFEE9858BCF}" dt="2025-11-11T19:10:26.002" v="37" actId="2711"/>
        <pc:sldMkLst>
          <pc:docMk/>
          <pc:sldMk cId="0" sldId="257"/>
        </pc:sldMkLst>
        <pc:spChg chg="mod">
          <ac:chgData name="sohambhowmick155@gmail.com" userId="c47d88c4a42b0d1e" providerId="LiveId" clId="{EE6370B7-4F6F-42DD-9343-EAFEE9858BCF}" dt="2025-11-11T19:10:26.002" v="37" actId="2711"/>
          <ac:spMkLst>
            <pc:docMk/>
            <pc:sldMk cId="0" sldId="257"/>
            <ac:spMk id="3" creationId="{00000000-0000-0000-0000-000000000000}"/>
          </ac:spMkLst>
        </pc:spChg>
        <pc:picChg chg="add mod">
          <ac:chgData name="sohambhowmick155@gmail.com" userId="c47d88c4a42b0d1e" providerId="LiveId" clId="{EE6370B7-4F6F-42DD-9343-EAFEE9858BCF}" dt="2025-11-11T19:09:19.295" v="25" actId="1076"/>
          <ac:picMkLst>
            <pc:docMk/>
            <pc:sldMk cId="0" sldId="257"/>
            <ac:picMk id="15" creationId="{BAC0998A-958C-F5E4-897A-8DBE05868768}"/>
          </ac:picMkLst>
        </pc:picChg>
      </pc:sldChg>
      <pc:sldChg chg="addSp modSp mod">
        <pc:chgData name="sohambhowmick155@gmail.com" userId="c47d88c4a42b0d1e" providerId="LiveId" clId="{EE6370B7-4F6F-42DD-9343-EAFEE9858BCF}" dt="2025-11-11T19:12:40.829" v="51" actId="2711"/>
        <pc:sldMkLst>
          <pc:docMk/>
          <pc:sldMk cId="0" sldId="258"/>
        </pc:sldMkLst>
        <pc:spChg chg="mod">
          <ac:chgData name="sohambhowmick155@gmail.com" userId="c47d88c4a42b0d1e" providerId="LiveId" clId="{EE6370B7-4F6F-42DD-9343-EAFEE9858BCF}" dt="2025-11-11T19:12:40.829" v="51" actId="2711"/>
          <ac:spMkLst>
            <pc:docMk/>
            <pc:sldMk cId="0" sldId="258"/>
            <ac:spMk id="2" creationId="{00000000-0000-0000-0000-000000000000}"/>
          </ac:spMkLst>
        </pc:spChg>
        <pc:picChg chg="add mod">
          <ac:chgData name="sohambhowmick155@gmail.com" userId="c47d88c4a42b0d1e" providerId="LiveId" clId="{EE6370B7-4F6F-42DD-9343-EAFEE9858BCF}" dt="2025-11-11T19:09:30.989" v="27" actId="1076"/>
          <ac:picMkLst>
            <pc:docMk/>
            <pc:sldMk cId="0" sldId="258"/>
            <ac:picMk id="19" creationId="{1CAD7A59-3B8B-4EE8-2D10-65BE73345B47}"/>
          </ac:picMkLst>
        </pc:picChg>
      </pc:sldChg>
      <pc:sldChg chg="addSp modSp mod">
        <pc:chgData name="sohambhowmick155@gmail.com" userId="c47d88c4a42b0d1e" providerId="LiveId" clId="{EE6370B7-4F6F-42DD-9343-EAFEE9858BCF}" dt="2025-11-11T19:11:03.160" v="42" actId="2711"/>
        <pc:sldMkLst>
          <pc:docMk/>
          <pc:sldMk cId="0" sldId="259"/>
        </pc:sldMkLst>
        <pc:spChg chg="mod">
          <ac:chgData name="sohambhowmick155@gmail.com" userId="c47d88c4a42b0d1e" providerId="LiveId" clId="{EE6370B7-4F6F-42DD-9343-EAFEE9858BCF}" dt="2025-11-11T19:11:03.160" v="42" actId="2711"/>
          <ac:spMkLst>
            <pc:docMk/>
            <pc:sldMk cId="0" sldId="259"/>
            <ac:spMk id="2" creationId="{00000000-0000-0000-0000-000000000000}"/>
          </ac:spMkLst>
        </pc:spChg>
        <pc:picChg chg="add mod">
          <ac:chgData name="sohambhowmick155@gmail.com" userId="c47d88c4a42b0d1e" providerId="LiveId" clId="{EE6370B7-4F6F-42DD-9343-EAFEE9858BCF}" dt="2025-11-11T19:09:40.481" v="29" actId="1076"/>
          <ac:picMkLst>
            <pc:docMk/>
            <pc:sldMk cId="0" sldId="259"/>
            <ac:picMk id="19" creationId="{0ACA7C71-2E3F-6724-C2DD-74FA9DE4BC93}"/>
          </ac:picMkLst>
        </pc:picChg>
      </pc:sldChg>
      <pc:sldChg chg="addSp modSp mod">
        <pc:chgData name="sohambhowmick155@gmail.com" userId="c47d88c4a42b0d1e" providerId="LiveId" clId="{EE6370B7-4F6F-42DD-9343-EAFEE9858BCF}" dt="2025-11-11T19:11:19.748" v="43" actId="2711"/>
        <pc:sldMkLst>
          <pc:docMk/>
          <pc:sldMk cId="0" sldId="260"/>
        </pc:sldMkLst>
        <pc:spChg chg="mod">
          <ac:chgData name="sohambhowmick155@gmail.com" userId="c47d88c4a42b0d1e" providerId="LiveId" clId="{EE6370B7-4F6F-42DD-9343-EAFEE9858BCF}" dt="2025-11-11T19:11:19.748" v="43" actId="2711"/>
          <ac:spMkLst>
            <pc:docMk/>
            <pc:sldMk cId="0" sldId="260"/>
            <ac:spMk id="2" creationId="{00000000-0000-0000-0000-000000000000}"/>
          </ac:spMkLst>
        </pc:spChg>
        <pc:picChg chg="add mod">
          <ac:chgData name="sohambhowmick155@gmail.com" userId="c47d88c4a42b0d1e" providerId="LiveId" clId="{EE6370B7-4F6F-42DD-9343-EAFEE9858BCF}" dt="2025-11-11T19:09:48.648" v="31" actId="1076"/>
          <ac:picMkLst>
            <pc:docMk/>
            <pc:sldMk cId="0" sldId="260"/>
            <ac:picMk id="24" creationId="{00FAB49F-3E6B-B76F-4A1B-D9D68475F0AF}"/>
          </ac:picMkLst>
        </pc:picChg>
      </pc:sldChg>
      <pc:sldChg chg="addSp modSp mod ord">
        <pc:chgData name="sohambhowmick155@gmail.com" userId="c47d88c4a42b0d1e" providerId="LiveId" clId="{EE6370B7-4F6F-42DD-9343-EAFEE9858BCF}" dt="2025-11-11T19:15:23.327" v="64"/>
        <pc:sldMkLst>
          <pc:docMk/>
          <pc:sldMk cId="0" sldId="261"/>
        </pc:sldMkLst>
        <pc:spChg chg="mod">
          <ac:chgData name="sohambhowmick155@gmail.com" userId="c47d88c4a42b0d1e" providerId="LiveId" clId="{EE6370B7-4F6F-42DD-9343-EAFEE9858BCF}" dt="2025-11-11T19:11:39.714" v="44" actId="2711"/>
          <ac:spMkLst>
            <pc:docMk/>
            <pc:sldMk cId="0" sldId="261"/>
            <ac:spMk id="2" creationId="{00000000-0000-0000-0000-000000000000}"/>
          </ac:spMkLst>
        </pc:spChg>
        <pc:picChg chg="add mod">
          <ac:chgData name="sohambhowmick155@gmail.com" userId="c47d88c4a42b0d1e" providerId="LiveId" clId="{EE6370B7-4F6F-42DD-9343-EAFEE9858BCF}" dt="2025-11-11T19:09:57.024" v="33" actId="1076"/>
          <ac:picMkLst>
            <pc:docMk/>
            <pc:sldMk cId="0" sldId="261"/>
            <ac:picMk id="24" creationId="{3AF76D56-27C0-079F-32DD-AF33715E18E1}"/>
          </ac:picMkLst>
        </pc:picChg>
      </pc:sldChg>
      <pc:sldChg chg="addSp delSp modSp mod">
        <pc:chgData name="sohambhowmick155@gmail.com" userId="c47d88c4a42b0d1e" providerId="LiveId" clId="{EE6370B7-4F6F-42DD-9343-EAFEE9858BCF}" dt="2025-11-11T19:14:37.863" v="60" actId="113"/>
        <pc:sldMkLst>
          <pc:docMk/>
          <pc:sldMk cId="0" sldId="262"/>
        </pc:sldMkLst>
        <pc:spChg chg="mod">
          <ac:chgData name="sohambhowmick155@gmail.com" userId="c47d88c4a42b0d1e" providerId="LiveId" clId="{EE6370B7-4F6F-42DD-9343-EAFEE9858BCF}" dt="2025-11-11T19:14:37.863" v="60" actId="113"/>
          <ac:spMkLst>
            <pc:docMk/>
            <pc:sldMk cId="0" sldId="262"/>
            <ac:spMk id="2" creationId="{00000000-0000-0000-0000-000000000000}"/>
          </ac:spMkLst>
        </pc:spChg>
        <pc:spChg chg="del mod">
          <ac:chgData name="sohambhowmick155@gmail.com" userId="c47d88c4a42b0d1e" providerId="LiveId" clId="{EE6370B7-4F6F-42DD-9343-EAFEE9858BCF}" dt="2025-11-11T19:11:51.421" v="46" actId="478"/>
          <ac:spMkLst>
            <pc:docMk/>
            <pc:sldMk cId="0" sldId="262"/>
            <ac:spMk id="3" creationId="{00000000-0000-0000-0000-000000000000}"/>
          </ac:spMkLst>
        </pc:spChg>
        <pc:spChg chg="mod">
          <ac:chgData name="sohambhowmick155@gmail.com" userId="c47d88c4a42b0d1e" providerId="LiveId" clId="{EE6370B7-4F6F-42DD-9343-EAFEE9858BCF}" dt="2025-11-11T19:12:07.591" v="50" actId="1076"/>
          <ac:spMkLst>
            <pc:docMk/>
            <pc:sldMk cId="0" sldId="262"/>
            <ac:spMk id="4" creationId="{00000000-0000-0000-0000-000000000000}"/>
          </ac:spMkLst>
        </pc:spChg>
        <pc:spChg chg="mod">
          <ac:chgData name="sohambhowmick155@gmail.com" userId="c47d88c4a42b0d1e" providerId="LiveId" clId="{EE6370B7-4F6F-42DD-9343-EAFEE9858BCF}" dt="2025-11-11T19:13:00.696" v="52" actId="2711"/>
          <ac:spMkLst>
            <pc:docMk/>
            <pc:sldMk cId="0" sldId="262"/>
            <ac:spMk id="7" creationId="{00000000-0000-0000-0000-000000000000}"/>
          </ac:spMkLst>
        </pc:spChg>
        <pc:spChg chg="mod">
          <ac:chgData name="sohambhowmick155@gmail.com" userId="c47d88c4a42b0d1e" providerId="LiveId" clId="{EE6370B7-4F6F-42DD-9343-EAFEE9858BCF}" dt="2025-11-11T19:12:07.224" v="49" actId="1076"/>
          <ac:spMkLst>
            <pc:docMk/>
            <pc:sldMk cId="0" sldId="262"/>
            <ac:spMk id="9" creationId="{00000000-0000-0000-0000-000000000000}"/>
          </ac:spMkLst>
        </pc:spChg>
        <pc:spChg chg="mod">
          <ac:chgData name="sohambhowmick155@gmail.com" userId="c47d88c4a42b0d1e" providerId="LiveId" clId="{EE6370B7-4F6F-42DD-9343-EAFEE9858BCF}" dt="2025-11-11T19:13:09.788" v="53" actId="2711"/>
          <ac:spMkLst>
            <pc:docMk/>
            <pc:sldMk cId="0" sldId="262"/>
            <ac:spMk id="12" creationId="{00000000-0000-0000-0000-000000000000}"/>
          </ac:spMkLst>
        </pc:spChg>
        <pc:spChg chg="mod">
          <ac:chgData name="sohambhowmick155@gmail.com" userId="c47d88c4a42b0d1e" providerId="LiveId" clId="{EE6370B7-4F6F-42DD-9343-EAFEE9858BCF}" dt="2025-11-11T19:13:29.285" v="54" actId="2711"/>
          <ac:spMkLst>
            <pc:docMk/>
            <pc:sldMk cId="0" sldId="262"/>
            <ac:spMk id="17" creationId="{00000000-0000-0000-0000-000000000000}"/>
          </ac:spMkLst>
        </pc:spChg>
        <pc:spChg chg="mod">
          <ac:chgData name="sohambhowmick155@gmail.com" userId="c47d88c4a42b0d1e" providerId="LiveId" clId="{EE6370B7-4F6F-42DD-9343-EAFEE9858BCF}" dt="2025-11-11T19:13:41.630" v="55" actId="2711"/>
          <ac:spMkLst>
            <pc:docMk/>
            <pc:sldMk cId="0" sldId="262"/>
            <ac:spMk id="22" creationId="{00000000-0000-0000-0000-000000000000}"/>
          </ac:spMkLst>
        </pc:spChg>
        <pc:spChg chg="mod">
          <ac:chgData name="sohambhowmick155@gmail.com" userId="c47d88c4a42b0d1e" providerId="LiveId" clId="{EE6370B7-4F6F-42DD-9343-EAFEE9858BCF}" dt="2025-11-11T19:13:50.271" v="56" actId="2711"/>
          <ac:spMkLst>
            <pc:docMk/>
            <pc:sldMk cId="0" sldId="262"/>
            <ac:spMk id="27" creationId="{00000000-0000-0000-0000-000000000000}"/>
          </ac:spMkLst>
        </pc:spChg>
        <pc:spChg chg="mod">
          <ac:chgData name="sohambhowmick155@gmail.com" userId="c47d88c4a42b0d1e" providerId="LiveId" clId="{EE6370B7-4F6F-42DD-9343-EAFEE9858BCF}" dt="2025-11-11T19:14:08.229" v="57" actId="2711"/>
          <ac:spMkLst>
            <pc:docMk/>
            <pc:sldMk cId="0" sldId="262"/>
            <ac:spMk id="32" creationId="{00000000-0000-0000-0000-000000000000}"/>
          </ac:spMkLst>
        </pc:spChg>
        <pc:spChg chg="mod">
          <ac:chgData name="sohambhowmick155@gmail.com" userId="c47d88c4a42b0d1e" providerId="LiveId" clId="{EE6370B7-4F6F-42DD-9343-EAFEE9858BCF}" dt="2025-11-11T19:14:18.587" v="58" actId="2711"/>
          <ac:spMkLst>
            <pc:docMk/>
            <pc:sldMk cId="0" sldId="262"/>
            <ac:spMk id="37" creationId="{00000000-0000-0000-0000-000000000000}"/>
          </ac:spMkLst>
        </pc:spChg>
        <pc:picChg chg="add mod">
          <ac:chgData name="sohambhowmick155@gmail.com" userId="c47d88c4a42b0d1e" providerId="LiveId" clId="{EE6370B7-4F6F-42DD-9343-EAFEE9858BCF}" dt="2025-11-11T19:10:06.136" v="35" actId="1076"/>
          <ac:picMkLst>
            <pc:docMk/>
            <pc:sldMk cId="0" sldId="262"/>
            <ac:picMk id="40" creationId="{DAB4E8FE-3C7E-A7B6-47F1-200FFDDC6074}"/>
          </ac:picMkLst>
        </pc:picChg>
      </pc:sldChg>
      <pc:sldChg chg="modSp mod">
        <pc:chgData name="sohambhowmick155@gmail.com" userId="c47d88c4a42b0d1e" providerId="LiveId" clId="{EE6370B7-4F6F-42DD-9343-EAFEE9858BCF}" dt="2025-11-11T19:14:53.588" v="62" actId="113"/>
        <pc:sldMkLst>
          <pc:docMk/>
          <pc:sldMk cId="0" sldId="263"/>
        </pc:sldMkLst>
        <pc:spChg chg="mod">
          <ac:chgData name="sohambhowmick155@gmail.com" userId="c47d88c4a42b0d1e" providerId="LiveId" clId="{EE6370B7-4F6F-42DD-9343-EAFEE9858BCF}" dt="2025-11-11T19:14:53.588" v="62" actId="113"/>
          <ac:spMkLst>
            <pc:docMk/>
            <pc:sldMk cId="0" sldId="263"/>
            <ac:spMk id="3" creationId="{00000000-0000-0000-0000-000000000000}"/>
          </ac:spMkLst>
        </pc:spChg>
      </pc:sldChg>
      <pc:sldChg chg="addSp modSp new mod">
        <pc:chgData name="sohambhowmick155@gmail.com" userId="c47d88c4a42b0d1e" providerId="LiveId" clId="{EE6370B7-4F6F-42DD-9343-EAFEE9858BCF}" dt="2025-11-11T19:19:58.744" v="119" actId="1076"/>
        <pc:sldMkLst>
          <pc:docMk/>
          <pc:sldMk cId="2473530032" sldId="264"/>
        </pc:sldMkLst>
        <pc:spChg chg="add mod">
          <ac:chgData name="sohambhowmick155@gmail.com" userId="c47d88c4a42b0d1e" providerId="LiveId" clId="{EE6370B7-4F6F-42DD-9343-EAFEE9858BCF}" dt="2025-11-11T19:16:13.303" v="80" actId="122"/>
          <ac:spMkLst>
            <pc:docMk/>
            <pc:sldMk cId="2473530032" sldId="264"/>
            <ac:spMk id="2" creationId="{649C5B39-751F-302E-6285-C41FBA2171E9}"/>
          </ac:spMkLst>
        </pc:spChg>
        <pc:picChg chg="add mod">
          <ac:chgData name="sohambhowmick155@gmail.com" userId="c47d88c4a42b0d1e" providerId="LiveId" clId="{EE6370B7-4F6F-42DD-9343-EAFEE9858BCF}" dt="2025-11-11T19:16:49.353" v="86" actId="1076"/>
          <ac:picMkLst>
            <pc:docMk/>
            <pc:sldMk cId="2473530032" sldId="264"/>
            <ac:picMk id="4" creationId="{2C86D424-4CE1-7025-F20C-0BD13298BC96}"/>
          </ac:picMkLst>
        </pc:picChg>
        <pc:picChg chg="add mod">
          <ac:chgData name="sohambhowmick155@gmail.com" userId="c47d88c4a42b0d1e" providerId="LiveId" clId="{EE6370B7-4F6F-42DD-9343-EAFEE9858BCF}" dt="2025-11-11T19:17:56.428" v="95" actId="1076"/>
          <ac:picMkLst>
            <pc:docMk/>
            <pc:sldMk cId="2473530032" sldId="264"/>
            <ac:picMk id="6" creationId="{B801EB0B-A7E1-3614-9BBE-92E61C5A1EBE}"/>
          </ac:picMkLst>
        </pc:picChg>
        <pc:picChg chg="add mod">
          <ac:chgData name="sohambhowmick155@gmail.com" userId="c47d88c4a42b0d1e" providerId="LiveId" clId="{EE6370B7-4F6F-42DD-9343-EAFEE9858BCF}" dt="2025-11-11T19:19:58.744" v="119" actId="1076"/>
          <ac:picMkLst>
            <pc:docMk/>
            <pc:sldMk cId="2473530032" sldId="264"/>
            <ac:picMk id="8" creationId="{E8551EB8-3575-BE4C-5854-AFA7ADA813FF}"/>
          </ac:picMkLst>
        </pc:picChg>
      </pc:sldChg>
      <pc:sldChg chg="addSp modSp new mod">
        <pc:chgData name="sohambhowmick155@gmail.com" userId="c47d88c4a42b0d1e" providerId="LiveId" clId="{EE6370B7-4F6F-42DD-9343-EAFEE9858BCF}" dt="2025-11-11T19:31:12.433" v="171" actId="1076"/>
        <pc:sldMkLst>
          <pc:docMk/>
          <pc:sldMk cId="281259207" sldId="265"/>
        </pc:sldMkLst>
        <pc:spChg chg="add mod">
          <ac:chgData name="sohambhowmick155@gmail.com" userId="c47d88c4a42b0d1e" providerId="LiveId" clId="{EE6370B7-4F6F-42DD-9343-EAFEE9858BCF}" dt="2025-11-11T19:19:06.481" v="115" actId="1076"/>
          <ac:spMkLst>
            <pc:docMk/>
            <pc:sldMk cId="281259207" sldId="265"/>
            <ac:spMk id="2" creationId="{5F7EAA78-A348-E984-0962-30B7E061EB07}"/>
          </ac:spMkLst>
        </pc:spChg>
        <pc:picChg chg="add mod">
          <ac:chgData name="sohambhowmick155@gmail.com" userId="c47d88c4a42b0d1e" providerId="LiveId" clId="{EE6370B7-4F6F-42DD-9343-EAFEE9858BCF}" dt="2025-11-11T19:20:07.617" v="123" actId="1076"/>
          <ac:picMkLst>
            <pc:docMk/>
            <pc:sldMk cId="281259207" sldId="265"/>
            <ac:picMk id="4" creationId="{8EC76DF9-8E41-8A46-18CD-5C213DB055E4}"/>
          </ac:picMkLst>
        </pc:picChg>
        <pc:picChg chg="add mod">
          <ac:chgData name="sohambhowmick155@gmail.com" userId="c47d88c4a42b0d1e" providerId="LiveId" clId="{EE6370B7-4F6F-42DD-9343-EAFEE9858BCF}" dt="2025-11-11T19:29:36.155" v="146" actId="1076"/>
          <ac:picMkLst>
            <pc:docMk/>
            <pc:sldMk cId="281259207" sldId="265"/>
            <ac:picMk id="6" creationId="{39F8F079-1C34-A8AC-D0C4-6BC3A9150357}"/>
          </ac:picMkLst>
        </pc:picChg>
        <pc:picChg chg="add mod">
          <ac:chgData name="sohambhowmick155@gmail.com" userId="c47d88c4a42b0d1e" providerId="LiveId" clId="{EE6370B7-4F6F-42DD-9343-EAFEE9858BCF}" dt="2025-11-11T19:29:38.369" v="147" actId="1076"/>
          <ac:picMkLst>
            <pc:docMk/>
            <pc:sldMk cId="281259207" sldId="265"/>
            <ac:picMk id="8" creationId="{9681A44C-DAEB-275F-9AB8-1E6B83466CFE}"/>
          </ac:picMkLst>
        </pc:picChg>
        <pc:picChg chg="add mod">
          <ac:chgData name="sohambhowmick155@gmail.com" userId="c47d88c4a42b0d1e" providerId="LiveId" clId="{EE6370B7-4F6F-42DD-9343-EAFEE9858BCF}" dt="2025-11-11T19:29:43.627" v="148" actId="1076"/>
          <ac:picMkLst>
            <pc:docMk/>
            <pc:sldMk cId="281259207" sldId="265"/>
            <ac:picMk id="10" creationId="{7859C7D5-AF83-131C-D3BD-FA32743A90BC}"/>
          </ac:picMkLst>
        </pc:picChg>
        <pc:picChg chg="add mod">
          <ac:chgData name="sohambhowmick155@gmail.com" userId="c47d88c4a42b0d1e" providerId="LiveId" clId="{EE6370B7-4F6F-42DD-9343-EAFEE9858BCF}" dt="2025-11-11T19:30:15.724" v="157" actId="1076"/>
          <ac:picMkLst>
            <pc:docMk/>
            <pc:sldMk cId="281259207" sldId="265"/>
            <ac:picMk id="12" creationId="{10F99F60-6A46-18FF-36BC-FC91A2127E3A}"/>
          </ac:picMkLst>
        </pc:picChg>
        <pc:picChg chg="add mod">
          <ac:chgData name="sohambhowmick155@gmail.com" userId="c47d88c4a42b0d1e" providerId="LiveId" clId="{EE6370B7-4F6F-42DD-9343-EAFEE9858BCF}" dt="2025-11-11T19:31:12.433" v="171" actId="1076"/>
          <ac:picMkLst>
            <pc:docMk/>
            <pc:sldMk cId="281259207" sldId="265"/>
            <ac:picMk id="14" creationId="{FF947973-7A7D-2DD7-AACF-5814AB183149}"/>
          </ac:picMkLst>
        </pc:picChg>
        <pc:picChg chg="add mod">
          <ac:chgData name="sohambhowmick155@gmail.com" userId="c47d88c4a42b0d1e" providerId="LiveId" clId="{EE6370B7-4F6F-42DD-9343-EAFEE9858BCF}" dt="2025-11-11T19:31:02.601" v="170" actId="1076"/>
          <ac:picMkLst>
            <pc:docMk/>
            <pc:sldMk cId="281259207" sldId="265"/>
            <ac:picMk id="16" creationId="{DD234068-9AE2-CD5B-D6DA-0D5E2C5134F8}"/>
          </ac:picMkLst>
        </pc:picChg>
      </pc:sldChg>
      <pc:sldChg chg="addSp delSp modSp new mod">
        <pc:chgData name="sohambhowmick155@gmail.com" userId="c47d88c4a42b0d1e" providerId="LiveId" clId="{EE6370B7-4F6F-42DD-9343-EAFEE9858BCF}" dt="2025-11-12T03:54:15.418" v="320" actId="1076"/>
        <pc:sldMkLst>
          <pc:docMk/>
          <pc:sldMk cId="1015474411" sldId="266"/>
        </pc:sldMkLst>
        <pc:spChg chg="add del mod">
          <ac:chgData name="sohambhowmick155@gmail.com" userId="c47d88c4a42b0d1e" providerId="LiveId" clId="{EE6370B7-4F6F-42DD-9343-EAFEE9858BCF}" dt="2025-11-12T03:52:29.123" v="314" actId="478"/>
          <ac:spMkLst>
            <pc:docMk/>
            <pc:sldMk cId="1015474411" sldId="266"/>
            <ac:spMk id="2" creationId="{D08AF795-9540-2374-2B1B-374D4F6D7BFF}"/>
          </ac:spMkLst>
        </pc:spChg>
        <pc:picChg chg="add mod">
          <ac:chgData name="sohambhowmick155@gmail.com" userId="c47d88c4a42b0d1e" providerId="LiveId" clId="{EE6370B7-4F6F-42DD-9343-EAFEE9858BCF}" dt="2025-11-12T03:54:04.281" v="319" actId="1076"/>
          <ac:picMkLst>
            <pc:docMk/>
            <pc:sldMk cId="1015474411" sldId="266"/>
            <ac:picMk id="4" creationId="{43D67110-8CB5-5D7C-0EE6-E8EF859E58E5}"/>
          </ac:picMkLst>
        </pc:picChg>
        <pc:picChg chg="add mod">
          <ac:chgData name="sohambhowmick155@gmail.com" userId="c47d88c4a42b0d1e" providerId="LiveId" clId="{EE6370B7-4F6F-42DD-9343-EAFEE9858BCF}" dt="2025-11-12T03:54:15.418" v="320" actId="1076"/>
          <ac:picMkLst>
            <pc:docMk/>
            <pc:sldMk cId="1015474411" sldId="266"/>
            <ac:picMk id="1026" creationId="{D33DFC3D-625C-D64A-1716-E4D710849A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04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6.svg"/><Relationship Id="rId11" Type="http://schemas.openxmlformats.org/officeDocument/2006/relationships/image" Target="../media/image5.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5.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629634" y="3836605"/>
            <a:ext cx="3328626" cy="1345493"/>
          </a:xfrm>
          <a:prstGeom prst="rect">
            <a:avLst/>
          </a:prstGeom>
        </p:spPr>
      </p:pic>
      <p:sp>
        <p:nvSpPr>
          <p:cNvPr id="3" name="Text 0"/>
          <p:cNvSpPr/>
          <p:nvPr/>
        </p:nvSpPr>
        <p:spPr>
          <a:xfrm>
            <a:off x="4558066" y="1761884"/>
            <a:ext cx="5514265" cy="1425416"/>
          </a:xfrm>
          <a:prstGeom prst="rect">
            <a:avLst/>
          </a:prstGeom>
          <a:noFill/>
          <a:ln/>
        </p:spPr>
        <p:txBody>
          <a:bodyPr wrap="none" lIns="0" tIns="0" rIns="0" bIns="0" rtlCol="0" anchor="t"/>
          <a:lstStyle/>
          <a:p>
            <a:pPr marL="0" indent="0" algn="l">
              <a:lnSpc>
                <a:spcPts val="11200"/>
              </a:lnSpc>
              <a:buNone/>
            </a:pPr>
            <a:r>
              <a:rPr lang="en-US" sz="8950" dirty="0">
                <a:solidFill>
                  <a:srgbClr val="1F1E1E"/>
                </a:solidFill>
                <a:latin typeface="Sitka Text Semibold" pitchFamily="2" charset="0"/>
                <a:ea typeface="Sora Semi Bold" pitchFamily="34" charset="-122"/>
                <a:cs typeface="Sora Semi Bold" pitchFamily="34" charset="-120"/>
              </a:rPr>
              <a:t>APPETITE</a:t>
            </a:r>
            <a:endParaRPr lang="en-US" sz="8950" dirty="0">
              <a:latin typeface="Sitka Text Semibold" pitchFamily="2" charset="0"/>
            </a:endParaRPr>
          </a:p>
        </p:txBody>
      </p:sp>
      <p:sp>
        <p:nvSpPr>
          <p:cNvPr id="4" name="Text 1"/>
          <p:cNvSpPr/>
          <p:nvPr/>
        </p:nvSpPr>
        <p:spPr>
          <a:xfrm>
            <a:off x="3317501" y="3248025"/>
            <a:ext cx="7995398" cy="866775"/>
          </a:xfrm>
          <a:prstGeom prst="rect">
            <a:avLst/>
          </a:prstGeom>
          <a:noFill/>
          <a:ln/>
        </p:spPr>
        <p:txBody>
          <a:bodyPr wrap="square" lIns="0" tIns="0" rIns="0" bIns="0" rtlCol="0" anchor="t"/>
          <a:lstStyle/>
          <a:p>
            <a:pPr>
              <a:lnSpc>
                <a:spcPts val="3400"/>
              </a:lnSpc>
            </a:pPr>
            <a:r>
              <a:rPr lang="en-US" sz="2100" b="1" dirty="0">
                <a:solidFill>
                  <a:srgbClr val="3B3535"/>
                </a:solidFill>
                <a:latin typeface="Aptos Narrow" panose="020B0004020202020204" pitchFamily="34" charset="0"/>
                <a:ea typeface="Sora Light" pitchFamily="34" charset="-122"/>
                <a:cs typeface="Sora Light" pitchFamily="34" charset="-120"/>
              </a:rPr>
              <a:t>An online platform for ordering, managing, and delivering food efficiently</a:t>
            </a:r>
            <a:endParaRPr lang="en-US" sz="2100" b="1" dirty="0">
              <a:latin typeface="Aptos Narrow" panose="020B0004020202020204" pitchFamily="34" charset="0"/>
            </a:endParaRPr>
          </a:p>
          <a:p>
            <a:pPr marL="0" indent="0" algn="l">
              <a:lnSpc>
                <a:spcPts val="3400"/>
              </a:lnSpc>
              <a:buNone/>
            </a:pPr>
            <a:endParaRPr lang="en-US" sz="2100" b="1" dirty="0"/>
          </a:p>
        </p:txBody>
      </p:sp>
      <p:pic>
        <p:nvPicPr>
          <p:cNvPr id="6" name="Picture 5" descr="A close up of a logo&#10;&#10;AI-generated content may be incorrect.">
            <a:extLst>
              <a:ext uri="{FF2B5EF4-FFF2-40B4-BE49-F238E27FC236}">
                <a16:creationId xmlns:a16="http://schemas.microsoft.com/office/drawing/2014/main" id="{94FB9FC5-D020-604E-254E-E9FBD669D0DD}"/>
              </a:ext>
            </a:extLst>
          </p:cNvPr>
          <p:cNvPicPr>
            <a:picLocks noChangeAspect="1"/>
          </p:cNvPicPr>
          <p:nvPr/>
        </p:nvPicPr>
        <p:blipFill>
          <a:blip r:embed="rId4"/>
          <a:stretch>
            <a:fillRect/>
          </a:stretch>
        </p:blipFill>
        <p:spPr>
          <a:xfrm>
            <a:off x="5672135" y="439832"/>
            <a:ext cx="3286125" cy="1390650"/>
          </a:xfrm>
          <a:prstGeom prst="rect">
            <a:avLst/>
          </a:prstGeom>
        </p:spPr>
      </p:pic>
      <p:pic>
        <p:nvPicPr>
          <p:cNvPr id="8" name="Picture 7">
            <a:extLst>
              <a:ext uri="{FF2B5EF4-FFF2-40B4-BE49-F238E27FC236}">
                <a16:creationId xmlns:a16="http://schemas.microsoft.com/office/drawing/2014/main" id="{08C5DA48-BE81-07F9-A1AB-1EED672D380F}"/>
              </a:ext>
            </a:extLst>
          </p:cNvPr>
          <p:cNvPicPr>
            <a:picLocks noChangeAspect="1"/>
          </p:cNvPicPr>
          <p:nvPr/>
        </p:nvPicPr>
        <p:blipFill>
          <a:blip r:embed="rId5"/>
          <a:stretch>
            <a:fillRect/>
          </a:stretch>
        </p:blipFill>
        <p:spPr>
          <a:xfrm>
            <a:off x="12212863" y="7598011"/>
            <a:ext cx="2314898" cy="504895"/>
          </a:xfrm>
          <a:prstGeom prst="rect">
            <a:avLst/>
          </a:prstGeom>
        </p:spPr>
      </p:pic>
      <p:sp>
        <p:nvSpPr>
          <p:cNvPr id="5" name="TextBox 4">
            <a:extLst>
              <a:ext uri="{FF2B5EF4-FFF2-40B4-BE49-F238E27FC236}">
                <a16:creationId xmlns:a16="http://schemas.microsoft.com/office/drawing/2014/main" id="{51643A18-9310-763D-7FEB-135A16BCE006}"/>
              </a:ext>
            </a:extLst>
          </p:cNvPr>
          <p:cNvSpPr txBox="1"/>
          <p:nvPr/>
        </p:nvSpPr>
        <p:spPr>
          <a:xfrm>
            <a:off x="4148254" y="5452945"/>
            <a:ext cx="6568068" cy="2062103"/>
          </a:xfrm>
          <a:prstGeom prst="rect">
            <a:avLst/>
          </a:prstGeom>
          <a:noFill/>
        </p:spPr>
        <p:txBody>
          <a:bodyPr wrap="square" rtlCol="0">
            <a:spAutoFit/>
          </a:bodyPr>
          <a:lstStyle/>
          <a:p>
            <a:pPr algn="ctr"/>
            <a:r>
              <a:rPr lang="en-IN" sz="2400" b="1" dirty="0">
                <a:latin typeface="Arial" panose="020B0604020202020204" pitchFamily="34" charset="0"/>
                <a:cs typeface="Arial" panose="020B0604020202020204" pitchFamily="34" charset="0"/>
              </a:rPr>
              <a:t>Submitted By</a:t>
            </a:r>
          </a:p>
          <a:p>
            <a:pPr algn="ctr"/>
            <a:endParaRPr lang="en-IN" sz="2400" b="1" dirty="0">
              <a:latin typeface="Arial" panose="020B0604020202020204" pitchFamily="34" charset="0"/>
              <a:cs typeface="Arial" panose="020B0604020202020204" pitchFamily="34" charset="0"/>
            </a:endParaRPr>
          </a:p>
          <a:p>
            <a:pPr algn="ctr"/>
            <a:r>
              <a:rPr lang="en-IN" sz="2000" dirty="0">
                <a:latin typeface="Arial" panose="020B0604020202020204" pitchFamily="34" charset="0"/>
                <a:cs typeface="Arial" panose="020B0604020202020204" pitchFamily="34" charset="0"/>
              </a:rPr>
              <a:t>Soham Bhowmick (1RVU23CSE459)</a:t>
            </a:r>
          </a:p>
          <a:p>
            <a:pPr algn="ctr"/>
            <a:r>
              <a:rPr lang="en-IN" sz="2000" dirty="0">
                <a:latin typeface="Arial" panose="020B0604020202020204" pitchFamily="34" charset="0"/>
                <a:cs typeface="Arial" panose="020B0604020202020204" pitchFamily="34" charset="0"/>
              </a:rPr>
              <a:t>Gunashree P (1RVU23CSE173)</a:t>
            </a:r>
          </a:p>
          <a:p>
            <a:pPr algn="ctr"/>
            <a:r>
              <a:rPr lang="en-IN" sz="2000" dirty="0">
                <a:latin typeface="Arial" panose="020B0604020202020204" pitchFamily="34" charset="0"/>
                <a:cs typeface="Arial" panose="020B0604020202020204" pitchFamily="34" charset="0"/>
              </a:rPr>
              <a:t>Yathish R (1RVU23CSE549)</a:t>
            </a:r>
          </a:p>
          <a:p>
            <a:pPr algn="ctr"/>
            <a:r>
              <a:rPr lang="en-IN" sz="2000">
                <a:latin typeface="Arial" panose="020B0604020202020204" pitchFamily="34" charset="0"/>
                <a:cs typeface="Arial" panose="020B0604020202020204" pitchFamily="34" charset="0"/>
              </a:rPr>
              <a:t>Section (H)</a:t>
            </a: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871061"/>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1F1E1E"/>
                </a:solidFill>
                <a:latin typeface="SimSun" panose="02010600030101010101" pitchFamily="2" charset="-122"/>
                <a:ea typeface="SimSun" panose="02010600030101010101" pitchFamily="2" charset="-122"/>
                <a:cs typeface="Sora Semi Bold" pitchFamily="34" charset="-120"/>
              </a:rPr>
              <a:t>Introduction</a:t>
            </a:r>
            <a:endParaRPr lang="en-US" sz="4450" b="1" dirty="0">
              <a:latin typeface="SimSun" panose="02010600030101010101" pitchFamily="2" charset="-122"/>
              <a:ea typeface="SimSun" panose="02010600030101010101" pitchFamily="2" charset="-122"/>
            </a:endParaRPr>
          </a:p>
        </p:txBody>
      </p:sp>
      <p:sp>
        <p:nvSpPr>
          <p:cNvPr id="4" name="Text 1"/>
          <p:cNvSpPr/>
          <p:nvPr/>
        </p:nvSpPr>
        <p:spPr>
          <a:xfrm>
            <a:off x="6244709" y="1908691"/>
            <a:ext cx="7627382" cy="208026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The Food Delivery System is a web-based platform that connects customers, restaurants, and delivery agents on a single digital ecosystem. Users browse menus, select items, and pay securely. Administrators manage food items and monitor orders in real time. Backend automation and online payment integration ensure faster service, accuracy, and convenience for all stakeholders.</a:t>
            </a:r>
            <a:endParaRPr lang="en-US" sz="1700" dirty="0"/>
          </a:p>
        </p:txBody>
      </p:sp>
      <p:sp>
        <p:nvSpPr>
          <p:cNvPr id="5" name="Shape 2"/>
          <p:cNvSpPr/>
          <p:nvPr/>
        </p:nvSpPr>
        <p:spPr>
          <a:xfrm>
            <a:off x="6244709" y="4232672"/>
            <a:ext cx="3705344" cy="1627942"/>
          </a:xfrm>
          <a:prstGeom prst="roundRect">
            <a:avLst>
              <a:gd name="adj" fmla="val 5590"/>
            </a:avLst>
          </a:prstGeom>
          <a:solidFill>
            <a:srgbClr val="F9D2D6"/>
          </a:solidFill>
          <a:ln w="7620">
            <a:solidFill>
              <a:srgbClr val="DFB8BC"/>
            </a:solidFill>
            <a:prstDash val="solid"/>
          </a:ln>
        </p:spPr>
        <p:txBody>
          <a:bodyPr/>
          <a:lstStyle/>
          <a:p>
            <a:endParaRPr lang="en-IN"/>
          </a:p>
        </p:txBody>
      </p:sp>
      <p:sp>
        <p:nvSpPr>
          <p:cNvPr id="6" name="Text 3"/>
          <p:cNvSpPr/>
          <p:nvPr/>
        </p:nvSpPr>
        <p:spPr>
          <a:xfrm>
            <a:off x="6468904" y="445686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Customers</a:t>
            </a:r>
            <a:endParaRPr lang="en-US" sz="2200" dirty="0"/>
          </a:p>
        </p:txBody>
      </p:sp>
      <p:sp>
        <p:nvSpPr>
          <p:cNvPr id="7" name="Text 4"/>
          <p:cNvSpPr/>
          <p:nvPr/>
        </p:nvSpPr>
        <p:spPr>
          <a:xfrm>
            <a:off x="6468904" y="4942999"/>
            <a:ext cx="3256955"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Browse, order, and track deliveries seamlessly</a:t>
            </a:r>
            <a:endParaRPr lang="en-US" sz="1700" dirty="0"/>
          </a:p>
        </p:txBody>
      </p:sp>
      <p:sp>
        <p:nvSpPr>
          <p:cNvPr id="8" name="Shape 5"/>
          <p:cNvSpPr/>
          <p:nvPr/>
        </p:nvSpPr>
        <p:spPr>
          <a:xfrm>
            <a:off x="10166628" y="4232672"/>
            <a:ext cx="3705463" cy="1627942"/>
          </a:xfrm>
          <a:prstGeom prst="roundRect">
            <a:avLst>
              <a:gd name="adj" fmla="val 5590"/>
            </a:avLst>
          </a:prstGeom>
          <a:solidFill>
            <a:srgbClr val="F9D2D6"/>
          </a:solidFill>
          <a:ln w="7620">
            <a:solidFill>
              <a:srgbClr val="DFB8BC"/>
            </a:solidFill>
            <a:prstDash val="solid"/>
          </a:ln>
        </p:spPr>
        <p:txBody>
          <a:bodyPr/>
          <a:lstStyle/>
          <a:p>
            <a:endParaRPr lang="en-IN"/>
          </a:p>
        </p:txBody>
      </p:sp>
      <p:sp>
        <p:nvSpPr>
          <p:cNvPr id="9" name="Text 6"/>
          <p:cNvSpPr/>
          <p:nvPr/>
        </p:nvSpPr>
        <p:spPr>
          <a:xfrm>
            <a:off x="10390823" y="445686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Restaurants</a:t>
            </a:r>
            <a:endParaRPr lang="en-US" sz="2200" dirty="0"/>
          </a:p>
        </p:txBody>
      </p:sp>
      <p:sp>
        <p:nvSpPr>
          <p:cNvPr id="10" name="Text 7"/>
          <p:cNvSpPr/>
          <p:nvPr/>
        </p:nvSpPr>
        <p:spPr>
          <a:xfrm>
            <a:off x="10390823" y="4942999"/>
            <a:ext cx="3257074"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Manage menus, prices, and orders efficiently</a:t>
            </a:r>
            <a:endParaRPr lang="en-US" sz="1700" dirty="0"/>
          </a:p>
        </p:txBody>
      </p:sp>
      <p:sp>
        <p:nvSpPr>
          <p:cNvPr id="11" name="Shape 8"/>
          <p:cNvSpPr/>
          <p:nvPr/>
        </p:nvSpPr>
        <p:spPr>
          <a:xfrm>
            <a:off x="6244709" y="6077188"/>
            <a:ext cx="7627382" cy="1281232"/>
          </a:xfrm>
          <a:prstGeom prst="roundRect">
            <a:avLst>
              <a:gd name="adj" fmla="val 7102"/>
            </a:avLst>
          </a:prstGeom>
          <a:solidFill>
            <a:srgbClr val="F9D2D6"/>
          </a:solidFill>
          <a:ln w="7620">
            <a:solidFill>
              <a:srgbClr val="DFB8BC"/>
            </a:solidFill>
            <a:prstDash val="solid"/>
          </a:ln>
        </p:spPr>
        <p:txBody>
          <a:bodyPr/>
          <a:lstStyle/>
          <a:p>
            <a:endParaRPr lang="en-IN"/>
          </a:p>
        </p:txBody>
      </p:sp>
      <p:sp>
        <p:nvSpPr>
          <p:cNvPr id="12" name="Text 9"/>
          <p:cNvSpPr/>
          <p:nvPr/>
        </p:nvSpPr>
        <p:spPr>
          <a:xfrm>
            <a:off x="6468904" y="6301383"/>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Delivery Agents</a:t>
            </a:r>
            <a:endParaRPr lang="en-US" sz="2200" dirty="0"/>
          </a:p>
        </p:txBody>
      </p:sp>
      <p:sp>
        <p:nvSpPr>
          <p:cNvPr id="13" name="Text 10"/>
          <p:cNvSpPr/>
          <p:nvPr/>
        </p:nvSpPr>
        <p:spPr>
          <a:xfrm>
            <a:off x="6468904" y="6787515"/>
            <a:ext cx="717899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Real-time order tracking and route optimization</a:t>
            </a:r>
            <a:endParaRPr lang="en-US" sz="1700" dirty="0"/>
          </a:p>
        </p:txBody>
      </p:sp>
      <p:pic>
        <p:nvPicPr>
          <p:cNvPr id="15" name="Picture 14">
            <a:extLst>
              <a:ext uri="{FF2B5EF4-FFF2-40B4-BE49-F238E27FC236}">
                <a16:creationId xmlns:a16="http://schemas.microsoft.com/office/drawing/2014/main" id="{BAC0998A-958C-F5E4-897A-8DBE05868768}"/>
              </a:ext>
            </a:extLst>
          </p:cNvPr>
          <p:cNvPicPr>
            <a:picLocks noChangeAspect="1"/>
          </p:cNvPicPr>
          <p:nvPr/>
        </p:nvPicPr>
        <p:blipFill>
          <a:blip r:embed="rId4"/>
          <a:stretch>
            <a:fillRect/>
          </a:stretch>
        </p:blipFill>
        <p:spPr>
          <a:xfrm>
            <a:off x="12192838" y="7696403"/>
            <a:ext cx="2314898" cy="5048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2938" y="506373"/>
            <a:ext cx="5141476" cy="604242"/>
          </a:xfrm>
          <a:prstGeom prst="rect">
            <a:avLst/>
          </a:prstGeom>
          <a:noFill/>
          <a:ln/>
        </p:spPr>
        <p:txBody>
          <a:bodyPr wrap="none" lIns="0" tIns="0" rIns="0" bIns="0" rtlCol="0" anchor="t"/>
          <a:lstStyle/>
          <a:p>
            <a:pPr marL="0" indent="0" algn="l">
              <a:lnSpc>
                <a:spcPts val="4750"/>
              </a:lnSpc>
              <a:buNone/>
            </a:pPr>
            <a:r>
              <a:rPr lang="en-US" sz="3800" b="1" dirty="0">
                <a:solidFill>
                  <a:srgbClr val="1F1E1E"/>
                </a:solidFill>
                <a:latin typeface="Arial" panose="020B0604020202020204" pitchFamily="34" charset="0"/>
                <a:ea typeface="SimSun" panose="02010600030101010101" pitchFamily="2" charset="-122"/>
                <a:cs typeface="Arial" panose="020B0604020202020204" pitchFamily="34" charset="0"/>
              </a:rPr>
              <a:t>Five Core Objectives</a:t>
            </a:r>
            <a:endParaRPr lang="en-US" sz="3800" b="1" dirty="0">
              <a:latin typeface="Arial" panose="020B0604020202020204" pitchFamily="34" charset="0"/>
              <a:ea typeface="SimSun" panose="02010600030101010101" pitchFamily="2" charset="-122"/>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642938" y="1477923"/>
            <a:ext cx="551021" cy="1143000"/>
          </a:xfrm>
          <a:prstGeom prst="rect">
            <a:avLst/>
          </a:prstGeom>
        </p:spPr>
      </p:pic>
      <p:sp>
        <p:nvSpPr>
          <p:cNvPr id="4" name="Text 1"/>
          <p:cNvSpPr/>
          <p:nvPr/>
        </p:nvSpPr>
        <p:spPr>
          <a:xfrm>
            <a:off x="1377553" y="1661517"/>
            <a:ext cx="2615208" cy="302062"/>
          </a:xfrm>
          <a:prstGeom prst="rect">
            <a:avLst/>
          </a:prstGeom>
          <a:noFill/>
          <a:ln/>
        </p:spPr>
        <p:txBody>
          <a:bodyPr wrap="none" lIns="0" tIns="0" rIns="0" bIns="0" rtlCol="0" anchor="t"/>
          <a:lstStyle/>
          <a:p>
            <a:pPr marL="0" indent="0" algn="l">
              <a:lnSpc>
                <a:spcPts val="2350"/>
              </a:lnSpc>
              <a:buNone/>
            </a:pPr>
            <a:r>
              <a:rPr lang="en-US" sz="1900" dirty="0">
                <a:solidFill>
                  <a:srgbClr val="3B3535"/>
                </a:solidFill>
                <a:latin typeface="Sora Semi Bold" pitchFamily="34" charset="0"/>
                <a:ea typeface="Sora Semi Bold" pitchFamily="34" charset="-122"/>
                <a:cs typeface="Sora Semi Bold" pitchFamily="34" charset="-120"/>
              </a:rPr>
              <a:t>User-Friendly Design</a:t>
            </a:r>
            <a:endParaRPr lang="en-US" sz="1900" dirty="0"/>
          </a:p>
        </p:txBody>
      </p:sp>
      <p:sp>
        <p:nvSpPr>
          <p:cNvPr id="5" name="Text 2"/>
          <p:cNvSpPr/>
          <p:nvPr/>
        </p:nvSpPr>
        <p:spPr>
          <a:xfrm>
            <a:off x="1377553" y="2073712"/>
            <a:ext cx="12609909" cy="293846"/>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Develop an efficient web application for seamless food ordering</a:t>
            </a:r>
            <a:endParaRPr lang="en-US" sz="1400" dirty="0"/>
          </a:p>
        </p:txBody>
      </p:sp>
      <p:pic>
        <p:nvPicPr>
          <p:cNvPr id="6" name="Image 1" descr="preencoded.png"/>
          <p:cNvPicPr>
            <a:picLocks noChangeAspect="1"/>
          </p:cNvPicPr>
          <p:nvPr/>
        </p:nvPicPr>
        <p:blipFill>
          <a:blip r:embed="rId3"/>
          <a:stretch>
            <a:fillRect/>
          </a:stretch>
        </p:blipFill>
        <p:spPr>
          <a:xfrm>
            <a:off x="918448" y="2763679"/>
            <a:ext cx="551021" cy="1143000"/>
          </a:xfrm>
          <a:prstGeom prst="rect">
            <a:avLst/>
          </a:prstGeom>
        </p:spPr>
      </p:pic>
      <p:sp>
        <p:nvSpPr>
          <p:cNvPr id="7" name="Text 3"/>
          <p:cNvSpPr/>
          <p:nvPr/>
        </p:nvSpPr>
        <p:spPr>
          <a:xfrm>
            <a:off x="1653064" y="2947273"/>
            <a:ext cx="2417088" cy="302062"/>
          </a:xfrm>
          <a:prstGeom prst="rect">
            <a:avLst/>
          </a:prstGeom>
          <a:noFill/>
          <a:ln/>
        </p:spPr>
        <p:txBody>
          <a:bodyPr wrap="none" lIns="0" tIns="0" rIns="0" bIns="0" rtlCol="0" anchor="t"/>
          <a:lstStyle/>
          <a:p>
            <a:pPr marL="0" indent="0" algn="l">
              <a:lnSpc>
                <a:spcPts val="2350"/>
              </a:lnSpc>
              <a:buNone/>
            </a:pPr>
            <a:r>
              <a:rPr lang="en-US" sz="1900" dirty="0">
                <a:solidFill>
                  <a:srgbClr val="3B3535"/>
                </a:solidFill>
                <a:latin typeface="Sora Semi Bold" pitchFamily="34" charset="0"/>
                <a:ea typeface="Sora Semi Bold" pitchFamily="34" charset="-122"/>
                <a:cs typeface="Sora Semi Bold" pitchFamily="34" charset="-120"/>
              </a:rPr>
              <a:t>Secure Access</a:t>
            </a:r>
            <a:endParaRPr lang="en-US" sz="1900" dirty="0"/>
          </a:p>
        </p:txBody>
      </p:sp>
      <p:sp>
        <p:nvSpPr>
          <p:cNvPr id="8" name="Text 4"/>
          <p:cNvSpPr/>
          <p:nvPr/>
        </p:nvSpPr>
        <p:spPr>
          <a:xfrm>
            <a:off x="1653064" y="3359468"/>
            <a:ext cx="12334399" cy="293846"/>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Implement authentication and role-based permissions for customers, admins, and delivery personnel</a:t>
            </a:r>
            <a:endParaRPr lang="en-US" sz="1400" dirty="0"/>
          </a:p>
        </p:txBody>
      </p:sp>
      <p:pic>
        <p:nvPicPr>
          <p:cNvPr id="9" name="Image 2" descr="preencoded.png"/>
          <p:cNvPicPr>
            <a:picLocks noChangeAspect="1"/>
          </p:cNvPicPr>
          <p:nvPr/>
        </p:nvPicPr>
        <p:blipFill>
          <a:blip r:embed="rId3"/>
          <a:stretch>
            <a:fillRect/>
          </a:stretch>
        </p:blipFill>
        <p:spPr>
          <a:xfrm>
            <a:off x="1193959" y="4049435"/>
            <a:ext cx="551021" cy="1143000"/>
          </a:xfrm>
          <a:prstGeom prst="rect">
            <a:avLst/>
          </a:prstGeom>
        </p:spPr>
      </p:pic>
      <p:sp>
        <p:nvSpPr>
          <p:cNvPr id="10" name="Text 5"/>
          <p:cNvSpPr/>
          <p:nvPr/>
        </p:nvSpPr>
        <p:spPr>
          <a:xfrm>
            <a:off x="1928574" y="4233029"/>
            <a:ext cx="2866073" cy="302062"/>
          </a:xfrm>
          <a:prstGeom prst="rect">
            <a:avLst/>
          </a:prstGeom>
          <a:noFill/>
          <a:ln/>
        </p:spPr>
        <p:txBody>
          <a:bodyPr wrap="none" lIns="0" tIns="0" rIns="0" bIns="0" rtlCol="0" anchor="t"/>
          <a:lstStyle/>
          <a:p>
            <a:pPr marL="0" indent="0" algn="l">
              <a:lnSpc>
                <a:spcPts val="2350"/>
              </a:lnSpc>
              <a:buNone/>
            </a:pPr>
            <a:r>
              <a:rPr lang="en-US" sz="1900" dirty="0">
                <a:solidFill>
                  <a:srgbClr val="3B3535"/>
                </a:solidFill>
                <a:latin typeface="Sora Semi Bold" pitchFamily="34" charset="0"/>
                <a:ea typeface="Sora Semi Bold" pitchFamily="34" charset="-122"/>
                <a:cs typeface="Sora Semi Bold" pitchFamily="34" charset="-120"/>
              </a:rPr>
              <a:t>Automated Operations</a:t>
            </a:r>
            <a:endParaRPr lang="en-US" sz="1900" dirty="0"/>
          </a:p>
        </p:txBody>
      </p:sp>
      <p:sp>
        <p:nvSpPr>
          <p:cNvPr id="11" name="Text 6"/>
          <p:cNvSpPr/>
          <p:nvPr/>
        </p:nvSpPr>
        <p:spPr>
          <a:xfrm>
            <a:off x="1928574" y="4645223"/>
            <a:ext cx="12058888" cy="293846"/>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Streamline order placement, payment processing, and delivery tracking</a:t>
            </a:r>
            <a:endParaRPr lang="en-US" sz="1400" dirty="0"/>
          </a:p>
        </p:txBody>
      </p:sp>
      <p:pic>
        <p:nvPicPr>
          <p:cNvPr id="12" name="Image 3" descr="preencoded.png"/>
          <p:cNvPicPr>
            <a:picLocks noChangeAspect="1"/>
          </p:cNvPicPr>
          <p:nvPr/>
        </p:nvPicPr>
        <p:blipFill>
          <a:blip r:embed="rId3"/>
          <a:stretch>
            <a:fillRect/>
          </a:stretch>
        </p:blipFill>
        <p:spPr>
          <a:xfrm>
            <a:off x="1469588" y="5335191"/>
            <a:ext cx="551021" cy="1143000"/>
          </a:xfrm>
          <a:prstGeom prst="rect">
            <a:avLst/>
          </a:prstGeom>
        </p:spPr>
      </p:pic>
      <p:sp>
        <p:nvSpPr>
          <p:cNvPr id="13" name="Text 7"/>
          <p:cNvSpPr/>
          <p:nvPr/>
        </p:nvSpPr>
        <p:spPr>
          <a:xfrm>
            <a:off x="2204204" y="5518785"/>
            <a:ext cx="2417088" cy="302062"/>
          </a:xfrm>
          <a:prstGeom prst="rect">
            <a:avLst/>
          </a:prstGeom>
          <a:noFill/>
          <a:ln/>
        </p:spPr>
        <p:txBody>
          <a:bodyPr wrap="none" lIns="0" tIns="0" rIns="0" bIns="0" rtlCol="0" anchor="t"/>
          <a:lstStyle/>
          <a:p>
            <a:pPr marL="0" indent="0" algn="l">
              <a:lnSpc>
                <a:spcPts val="2350"/>
              </a:lnSpc>
              <a:buNone/>
            </a:pPr>
            <a:r>
              <a:rPr lang="en-US" sz="1900" dirty="0">
                <a:solidFill>
                  <a:srgbClr val="3B3535"/>
                </a:solidFill>
                <a:latin typeface="Sora Semi Bold" pitchFamily="34" charset="0"/>
                <a:ea typeface="Sora Semi Bold" pitchFamily="34" charset="-122"/>
                <a:cs typeface="Sora Semi Bold" pitchFamily="34" charset="-120"/>
              </a:rPr>
              <a:t>Admin Control</a:t>
            </a:r>
            <a:endParaRPr lang="en-US" sz="1900" dirty="0"/>
          </a:p>
        </p:txBody>
      </p:sp>
      <p:sp>
        <p:nvSpPr>
          <p:cNvPr id="14" name="Text 8"/>
          <p:cNvSpPr/>
          <p:nvPr/>
        </p:nvSpPr>
        <p:spPr>
          <a:xfrm>
            <a:off x="2204204" y="5930979"/>
            <a:ext cx="11783258" cy="293846"/>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Enable easy management of menus, prices, and order data</a:t>
            </a:r>
            <a:endParaRPr lang="en-US" sz="1400" dirty="0"/>
          </a:p>
        </p:txBody>
      </p:sp>
      <p:pic>
        <p:nvPicPr>
          <p:cNvPr id="15" name="Image 4" descr="preencoded.png"/>
          <p:cNvPicPr>
            <a:picLocks noChangeAspect="1"/>
          </p:cNvPicPr>
          <p:nvPr/>
        </p:nvPicPr>
        <p:blipFill>
          <a:blip r:embed="rId3"/>
          <a:stretch>
            <a:fillRect/>
          </a:stretch>
        </p:blipFill>
        <p:spPr>
          <a:xfrm>
            <a:off x="1193959" y="6620947"/>
            <a:ext cx="551021" cy="1143000"/>
          </a:xfrm>
          <a:prstGeom prst="rect">
            <a:avLst/>
          </a:prstGeom>
        </p:spPr>
      </p:pic>
      <p:sp>
        <p:nvSpPr>
          <p:cNvPr id="16" name="Text 9"/>
          <p:cNvSpPr/>
          <p:nvPr/>
        </p:nvSpPr>
        <p:spPr>
          <a:xfrm>
            <a:off x="1928574" y="6804541"/>
            <a:ext cx="2417088" cy="302062"/>
          </a:xfrm>
          <a:prstGeom prst="rect">
            <a:avLst/>
          </a:prstGeom>
          <a:noFill/>
          <a:ln/>
        </p:spPr>
        <p:txBody>
          <a:bodyPr wrap="none" lIns="0" tIns="0" rIns="0" bIns="0" rtlCol="0" anchor="t"/>
          <a:lstStyle/>
          <a:p>
            <a:pPr marL="0" indent="0" algn="l">
              <a:lnSpc>
                <a:spcPts val="2350"/>
              </a:lnSpc>
              <a:buNone/>
            </a:pPr>
            <a:r>
              <a:rPr lang="en-US" sz="1900" dirty="0">
                <a:solidFill>
                  <a:srgbClr val="3B3535"/>
                </a:solidFill>
                <a:latin typeface="Sora Semi Bold" pitchFamily="34" charset="0"/>
                <a:ea typeface="Sora Semi Bold" pitchFamily="34" charset="-122"/>
                <a:cs typeface="Sora Semi Bold" pitchFamily="34" charset="-120"/>
              </a:rPr>
              <a:t>Scalable Database</a:t>
            </a:r>
            <a:endParaRPr lang="en-US" sz="1900" dirty="0"/>
          </a:p>
        </p:txBody>
      </p:sp>
      <p:sp>
        <p:nvSpPr>
          <p:cNvPr id="17" name="Text 10"/>
          <p:cNvSpPr/>
          <p:nvPr/>
        </p:nvSpPr>
        <p:spPr>
          <a:xfrm>
            <a:off x="1928574" y="7216735"/>
            <a:ext cx="12058888" cy="293846"/>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Sora Light" pitchFamily="34" charset="0"/>
                <a:ea typeface="Sora Light" pitchFamily="34" charset="-122"/>
                <a:cs typeface="Sora Light" pitchFamily="34" charset="-120"/>
              </a:rPr>
              <a:t>Centralize all records for better performance and growth</a:t>
            </a:r>
            <a:endParaRPr lang="en-US" sz="1400" dirty="0"/>
          </a:p>
        </p:txBody>
      </p:sp>
      <p:pic>
        <p:nvPicPr>
          <p:cNvPr id="19" name="Picture 18">
            <a:extLst>
              <a:ext uri="{FF2B5EF4-FFF2-40B4-BE49-F238E27FC236}">
                <a16:creationId xmlns:a16="http://schemas.microsoft.com/office/drawing/2014/main" id="{1CAD7A59-3B8B-4EE8-2D10-65BE73345B47}"/>
              </a:ext>
            </a:extLst>
          </p:cNvPr>
          <p:cNvPicPr>
            <a:picLocks noChangeAspect="1"/>
          </p:cNvPicPr>
          <p:nvPr/>
        </p:nvPicPr>
        <p:blipFill>
          <a:blip r:embed="rId4"/>
          <a:stretch>
            <a:fillRect/>
          </a:stretch>
        </p:blipFill>
        <p:spPr>
          <a:xfrm>
            <a:off x="12315502" y="7620713"/>
            <a:ext cx="2314898" cy="504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062514"/>
            <a:ext cx="6015395"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rial" panose="020B0604020202020204" pitchFamily="34" charset="0"/>
                <a:ea typeface="Sora Semi Bold" pitchFamily="34" charset="-122"/>
                <a:cs typeface="Arial" panose="020B0604020202020204" pitchFamily="34" charset="0"/>
              </a:rPr>
              <a:t>System Architecture</a:t>
            </a:r>
            <a:endParaRPr lang="en-US" sz="4450" dirty="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758309" y="2208490"/>
            <a:ext cx="4371261" cy="866537"/>
          </a:xfrm>
          <a:prstGeom prst="rect">
            <a:avLst/>
          </a:prstGeom>
        </p:spPr>
      </p:pic>
      <p:sp>
        <p:nvSpPr>
          <p:cNvPr id="4" name="Text 1"/>
          <p:cNvSpPr/>
          <p:nvPr/>
        </p:nvSpPr>
        <p:spPr>
          <a:xfrm>
            <a:off x="974884" y="329160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User</a:t>
            </a:r>
            <a:endParaRPr lang="en-US" sz="2200" dirty="0"/>
          </a:p>
        </p:txBody>
      </p:sp>
      <p:sp>
        <p:nvSpPr>
          <p:cNvPr id="5" name="Text 2"/>
          <p:cNvSpPr/>
          <p:nvPr/>
        </p:nvSpPr>
        <p:spPr>
          <a:xfrm>
            <a:off x="974884" y="3777734"/>
            <a:ext cx="3938111"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Interacts with the application</a:t>
            </a:r>
            <a:endParaRPr lang="en-US" sz="1700" dirty="0"/>
          </a:p>
        </p:txBody>
      </p:sp>
      <p:pic>
        <p:nvPicPr>
          <p:cNvPr id="6" name="Image 1" descr="preencoded.png"/>
          <p:cNvPicPr>
            <a:picLocks noChangeAspect="1"/>
          </p:cNvPicPr>
          <p:nvPr/>
        </p:nvPicPr>
        <p:blipFill>
          <a:blip r:embed="rId4"/>
          <a:stretch>
            <a:fillRect/>
          </a:stretch>
        </p:blipFill>
        <p:spPr>
          <a:xfrm>
            <a:off x="5129570" y="2208490"/>
            <a:ext cx="4371261" cy="866537"/>
          </a:xfrm>
          <a:prstGeom prst="rect">
            <a:avLst/>
          </a:prstGeom>
        </p:spPr>
      </p:pic>
      <p:sp>
        <p:nvSpPr>
          <p:cNvPr id="7" name="Text 3"/>
          <p:cNvSpPr/>
          <p:nvPr/>
        </p:nvSpPr>
        <p:spPr>
          <a:xfrm>
            <a:off x="5346144" y="329160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Frontend</a:t>
            </a:r>
            <a:endParaRPr lang="en-US" sz="2200" dirty="0"/>
          </a:p>
        </p:txBody>
      </p:sp>
      <p:sp>
        <p:nvSpPr>
          <p:cNvPr id="8" name="Text 4"/>
          <p:cNvSpPr/>
          <p:nvPr/>
        </p:nvSpPr>
        <p:spPr>
          <a:xfrm>
            <a:off x="5346144" y="3777734"/>
            <a:ext cx="3938111"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React/Vite Admin Panel, User Webpage</a:t>
            </a:r>
            <a:endParaRPr lang="en-US" sz="1700" dirty="0"/>
          </a:p>
        </p:txBody>
      </p:sp>
      <p:pic>
        <p:nvPicPr>
          <p:cNvPr id="9" name="Image 2" descr="preencoded.png"/>
          <p:cNvPicPr>
            <a:picLocks noChangeAspect="1"/>
          </p:cNvPicPr>
          <p:nvPr/>
        </p:nvPicPr>
        <p:blipFill>
          <a:blip r:embed="rId5"/>
          <a:stretch>
            <a:fillRect/>
          </a:stretch>
        </p:blipFill>
        <p:spPr>
          <a:xfrm>
            <a:off x="9500830" y="2208490"/>
            <a:ext cx="4371261" cy="866537"/>
          </a:xfrm>
          <a:prstGeom prst="rect">
            <a:avLst/>
          </a:prstGeom>
        </p:spPr>
      </p:pic>
      <p:sp>
        <p:nvSpPr>
          <p:cNvPr id="10" name="Text 5"/>
          <p:cNvSpPr/>
          <p:nvPr/>
        </p:nvSpPr>
        <p:spPr>
          <a:xfrm>
            <a:off x="9717405" y="329160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Backend API</a:t>
            </a:r>
            <a:endParaRPr lang="en-US" sz="2200" dirty="0"/>
          </a:p>
        </p:txBody>
      </p:sp>
      <p:sp>
        <p:nvSpPr>
          <p:cNvPr id="11" name="Text 6"/>
          <p:cNvSpPr/>
          <p:nvPr/>
        </p:nvSpPr>
        <p:spPr>
          <a:xfrm>
            <a:off x="9717405" y="3777734"/>
            <a:ext cx="3938111"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Node.js + Express logic</a:t>
            </a:r>
            <a:endParaRPr lang="en-US" sz="1700" dirty="0"/>
          </a:p>
        </p:txBody>
      </p:sp>
      <p:pic>
        <p:nvPicPr>
          <p:cNvPr id="12" name="Image 3" descr="preencoded.png"/>
          <p:cNvPicPr>
            <a:picLocks noChangeAspect="1"/>
          </p:cNvPicPr>
          <p:nvPr/>
        </p:nvPicPr>
        <p:blipFill>
          <a:blip r:embed="rId6"/>
          <a:stretch>
            <a:fillRect/>
          </a:stretch>
        </p:blipFill>
        <p:spPr>
          <a:xfrm>
            <a:off x="758309" y="4687729"/>
            <a:ext cx="4371261" cy="866537"/>
          </a:xfrm>
          <a:prstGeom prst="rect">
            <a:avLst/>
          </a:prstGeom>
        </p:spPr>
      </p:pic>
      <p:sp>
        <p:nvSpPr>
          <p:cNvPr id="13" name="Text 7"/>
          <p:cNvSpPr/>
          <p:nvPr/>
        </p:nvSpPr>
        <p:spPr>
          <a:xfrm>
            <a:off x="974884" y="5770840"/>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Database</a:t>
            </a:r>
            <a:endParaRPr lang="en-US" sz="2200" dirty="0"/>
          </a:p>
        </p:txBody>
      </p:sp>
      <p:sp>
        <p:nvSpPr>
          <p:cNvPr id="14" name="Text 8"/>
          <p:cNvSpPr/>
          <p:nvPr/>
        </p:nvSpPr>
        <p:spPr>
          <a:xfrm>
            <a:off x="974884" y="6256973"/>
            <a:ext cx="3938111"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MongoDB / MySQL equivalent storage</a:t>
            </a:r>
            <a:endParaRPr lang="en-US" sz="1700" dirty="0"/>
          </a:p>
        </p:txBody>
      </p:sp>
      <p:pic>
        <p:nvPicPr>
          <p:cNvPr id="15" name="Image 4" descr="preencoded.png"/>
          <p:cNvPicPr>
            <a:picLocks noChangeAspect="1"/>
          </p:cNvPicPr>
          <p:nvPr/>
        </p:nvPicPr>
        <p:blipFill>
          <a:blip r:embed="rId7"/>
          <a:stretch>
            <a:fillRect/>
          </a:stretch>
        </p:blipFill>
        <p:spPr>
          <a:xfrm>
            <a:off x="5129570" y="4687729"/>
            <a:ext cx="4371261" cy="866537"/>
          </a:xfrm>
          <a:prstGeom prst="rect">
            <a:avLst/>
          </a:prstGeom>
        </p:spPr>
      </p:pic>
      <p:sp>
        <p:nvSpPr>
          <p:cNvPr id="16" name="Text 9"/>
          <p:cNvSpPr/>
          <p:nvPr/>
        </p:nvSpPr>
        <p:spPr>
          <a:xfrm>
            <a:off x="5346144" y="5770840"/>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Payment Gateway</a:t>
            </a:r>
            <a:endParaRPr lang="en-US" sz="2200" dirty="0"/>
          </a:p>
        </p:txBody>
      </p:sp>
      <p:sp>
        <p:nvSpPr>
          <p:cNvPr id="17" name="Text 10"/>
          <p:cNvSpPr/>
          <p:nvPr/>
        </p:nvSpPr>
        <p:spPr>
          <a:xfrm>
            <a:off x="5346144" y="6256973"/>
            <a:ext cx="3938111"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Stripe or UPI integration</a:t>
            </a:r>
            <a:endParaRPr lang="en-US" sz="1700" dirty="0"/>
          </a:p>
        </p:txBody>
      </p:sp>
      <p:pic>
        <p:nvPicPr>
          <p:cNvPr id="19" name="Picture 18">
            <a:extLst>
              <a:ext uri="{FF2B5EF4-FFF2-40B4-BE49-F238E27FC236}">
                <a16:creationId xmlns:a16="http://schemas.microsoft.com/office/drawing/2014/main" id="{0ACA7C71-2E3F-6724-C2DD-74FA9DE4BC93}"/>
              </a:ext>
            </a:extLst>
          </p:cNvPr>
          <p:cNvPicPr>
            <a:picLocks noChangeAspect="1"/>
          </p:cNvPicPr>
          <p:nvPr/>
        </p:nvPicPr>
        <p:blipFill>
          <a:blip r:embed="rId8"/>
          <a:stretch>
            <a:fillRect/>
          </a:stretch>
        </p:blipFill>
        <p:spPr>
          <a:xfrm>
            <a:off x="12315502" y="7620313"/>
            <a:ext cx="2314898" cy="5048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1285756"/>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rial" panose="020B0604020202020204" pitchFamily="34" charset="0"/>
                <a:ea typeface="Sora Semi Bold" pitchFamily="34" charset="-122"/>
                <a:cs typeface="Arial" panose="020B0604020202020204" pitchFamily="34" charset="0"/>
              </a:rPr>
              <a:t>System Modules</a:t>
            </a:r>
            <a:endParaRPr lang="en-US" sz="4450" dirty="0">
              <a:latin typeface="Arial" panose="020B0604020202020204" pitchFamily="34" charset="0"/>
              <a:cs typeface="Arial" panose="020B0604020202020204" pitchFamily="34" charset="0"/>
            </a:endParaRPr>
          </a:p>
        </p:txBody>
      </p:sp>
      <p:sp>
        <p:nvSpPr>
          <p:cNvPr id="3" name="Shape 1"/>
          <p:cNvSpPr/>
          <p:nvPr/>
        </p:nvSpPr>
        <p:spPr>
          <a:xfrm>
            <a:off x="758309" y="2431733"/>
            <a:ext cx="6448544" cy="2147768"/>
          </a:xfrm>
          <a:prstGeom prst="roundRect">
            <a:avLst>
              <a:gd name="adj" fmla="val 4237"/>
            </a:avLst>
          </a:prstGeom>
          <a:solidFill>
            <a:srgbClr val="F9D2D6"/>
          </a:solidFill>
          <a:ln w="7620">
            <a:solidFill>
              <a:srgbClr val="DFB8BC"/>
            </a:solidFill>
            <a:prstDash val="solid"/>
          </a:ln>
        </p:spPr>
        <p:txBody>
          <a:bodyPr/>
          <a:lstStyle/>
          <a:p>
            <a:endParaRPr lang="en-IN"/>
          </a:p>
        </p:txBody>
      </p:sp>
      <p:sp>
        <p:nvSpPr>
          <p:cNvPr id="4" name="Shape 2"/>
          <p:cNvSpPr/>
          <p:nvPr/>
        </p:nvSpPr>
        <p:spPr>
          <a:xfrm>
            <a:off x="982504" y="2655927"/>
            <a:ext cx="649962" cy="649962"/>
          </a:xfrm>
          <a:prstGeom prst="roundRect">
            <a:avLst>
              <a:gd name="adj" fmla="val 14067108"/>
            </a:avLst>
          </a:prstGeom>
          <a:solidFill>
            <a:srgbClr val="DA1B2E"/>
          </a:solidFill>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1217" y="2834640"/>
            <a:ext cx="292418" cy="292418"/>
          </a:xfrm>
          <a:prstGeom prst="rect">
            <a:avLst/>
          </a:prstGeom>
        </p:spPr>
      </p:pic>
      <p:sp>
        <p:nvSpPr>
          <p:cNvPr id="6" name="Text 3"/>
          <p:cNvSpPr/>
          <p:nvPr/>
        </p:nvSpPr>
        <p:spPr>
          <a:xfrm>
            <a:off x="982504" y="3522464"/>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User Module</a:t>
            </a:r>
            <a:endParaRPr lang="en-US" sz="2200" dirty="0"/>
          </a:p>
        </p:txBody>
      </p:sp>
      <p:sp>
        <p:nvSpPr>
          <p:cNvPr id="7" name="Text 4"/>
          <p:cNvSpPr/>
          <p:nvPr/>
        </p:nvSpPr>
        <p:spPr>
          <a:xfrm>
            <a:off x="982504" y="4008596"/>
            <a:ext cx="6000155"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Registration, Login, Browse Menu, Place Order</a:t>
            </a:r>
            <a:endParaRPr lang="en-US" sz="1700" dirty="0"/>
          </a:p>
        </p:txBody>
      </p:sp>
      <p:sp>
        <p:nvSpPr>
          <p:cNvPr id="8" name="Shape 5"/>
          <p:cNvSpPr/>
          <p:nvPr/>
        </p:nvSpPr>
        <p:spPr>
          <a:xfrm>
            <a:off x="7423428" y="2431733"/>
            <a:ext cx="6448663" cy="2147768"/>
          </a:xfrm>
          <a:prstGeom prst="roundRect">
            <a:avLst>
              <a:gd name="adj" fmla="val 4237"/>
            </a:avLst>
          </a:prstGeom>
          <a:solidFill>
            <a:srgbClr val="F9D2D6"/>
          </a:solidFill>
          <a:ln w="7620">
            <a:solidFill>
              <a:srgbClr val="DFB8BC"/>
            </a:solidFill>
            <a:prstDash val="solid"/>
          </a:ln>
        </p:spPr>
        <p:txBody>
          <a:bodyPr/>
          <a:lstStyle/>
          <a:p>
            <a:endParaRPr lang="en-IN"/>
          </a:p>
        </p:txBody>
      </p:sp>
      <p:sp>
        <p:nvSpPr>
          <p:cNvPr id="9" name="Shape 6"/>
          <p:cNvSpPr/>
          <p:nvPr/>
        </p:nvSpPr>
        <p:spPr>
          <a:xfrm>
            <a:off x="7647623" y="2655927"/>
            <a:ext cx="649962" cy="649962"/>
          </a:xfrm>
          <a:prstGeom prst="roundRect">
            <a:avLst>
              <a:gd name="adj" fmla="val 14067108"/>
            </a:avLst>
          </a:prstGeom>
          <a:solidFill>
            <a:srgbClr val="DA1B2E"/>
          </a:solidFill>
          <a:ln/>
        </p:spPr>
        <p:txBody>
          <a:bodyPr/>
          <a:lstStyle/>
          <a:p>
            <a:endParaRPr lang="en-IN"/>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26335" y="2834640"/>
            <a:ext cx="292418" cy="292418"/>
          </a:xfrm>
          <a:prstGeom prst="rect">
            <a:avLst/>
          </a:prstGeom>
        </p:spPr>
      </p:pic>
      <p:sp>
        <p:nvSpPr>
          <p:cNvPr id="11" name="Text 7"/>
          <p:cNvSpPr/>
          <p:nvPr/>
        </p:nvSpPr>
        <p:spPr>
          <a:xfrm>
            <a:off x="7647623" y="3522464"/>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Admin Module</a:t>
            </a:r>
            <a:endParaRPr lang="en-US" sz="2200" dirty="0"/>
          </a:p>
        </p:txBody>
      </p:sp>
      <p:sp>
        <p:nvSpPr>
          <p:cNvPr id="12" name="Text 8"/>
          <p:cNvSpPr/>
          <p:nvPr/>
        </p:nvSpPr>
        <p:spPr>
          <a:xfrm>
            <a:off x="7647623" y="4008596"/>
            <a:ext cx="6000274"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Manage Food Items, View Orders, Track Users</a:t>
            </a:r>
            <a:endParaRPr lang="en-US" sz="1700" dirty="0"/>
          </a:p>
        </p:txBody>
      </p:sp>
      <p:sp>
        <p:nvSpPr>
          <p:cNvPr id="13" name="Shape 9"/>
          <p:cNvSpPr/>
          <p:nvPr/>
        </p:nvSpPr>
        <p:spPr>
          <a:xfrm>
            <a:off x="758309" y="4796076"/>
            <a:ext cx="6448544" cy="2147768"/>
          </a:xfrm>
          <a:prstGeom prst="roundRect">
            <a:avLst>
              <a:gd name="adj" fmla="val 4237"/>
            </a:avLst>
          </a:prstGeom>
          <a:solidFill>
            <a:srgbClr val="F9D2D6"/>
          </a:solidFill>
          <a:ln w="7620">
            <a:solidFill>
              <a:srgbClr val="DFB8BC"/>
            </a:solidFill>
            <a:prstDash val="solid"/>
          </a:ln>
        </p:spPr>
        <p:txBody>
          <a:bodyPr/>
          <a:lstStyle/>
          <a:p>
            <a:endParaRPr lang="en-IN"/>
          </a:p>
        </p:txBody>
      </p:sp>
      <p:sp>
        <p:nvSpPr>
          <p:cNvPr id="14" name="Shape 10"/>
          <p:cNvSpPr/>
          <p:nvPr/>
        </p:nvSpPr>
        <p:spPr>
          <a:xfrm>
            <a:off x="982504" y="5020270"/>
            <a:ext cx="649962" cy="649962"/>
          </a:xfrm>
          <a:prstGeom prst="roundRect">
            <a:avLst>
              <a:gd name="adj" fmla="val 14067108"/>
            </a:avLst>
          </a:prstGeom>
          <a:solidFill>
            <a:srgbClr val="DA1B2E"/>
          </a:solidFill>
          <a:ln/>
        </p:spPr>
        <p:txBody>
          <a:bodyPr/>
          <a:lstStyle/>
          <a:p>
            <a:endParaRPr lang="en-IN"/>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1217" y="5198983"/>
            <a:ext cx="292418" cy="292418"/>
          </a:xfrm>
          <a:prstGeom prst="rect">
            <a:avLst/>
          </a:prstGeom>
        </p:spPr>
      </p:pic>
      <p:sp>
        <p:nvSpPr>
          <p:cNvPr id="16" name="Text 11"/>
          <p:cNvSpPr/>
          <p:nvPr/>
        </p:nvSpPr>
        <p:spPr>
          <a:xfrm>
            <a:off x="982504" y="588680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Delivery Module</a:t>
            </a:r>
            <a:endParaRPr lang="en-US" sz="2200" dirty="0"/>
          </a:p>
        </p:txBody>
      </p:sp>
      <p:sp>
        <p:nvSpPr>
          <p:cNvPr id="17" name="Text 12"/>
          <p:cNvSpPr/>
          <p:nvPr/>
        </p:nvSpPr>
        <p:spPr>
          <a:xfrm>
            <a:off x="982504" y="6372939"/>
            <a:ext cx="6000155"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Update Order Status</a:t>
            </a:r>
            <a:endParaRPr lang="en-US" sz="1700" dirty="0"/>
          </a:p>
        </p:txBody>
      </p:sp>
      <p:sp>
        <p:nvSpPr>
          <p:cNvPr id="18" name="Shape 13"/>
          <p:cNvSpPr/>
          <p:nvPr/>
        </p:nvSpPr>
        <p:spPr>
          <a:xfrm>
            <a:off x="7423428" y="4796076"/>
            <a:ext cx="6448663" cy="2147768"/>
          </a:xfrm>
          <a:prstGeom prst="roundRect">
            <a:avLst>
              <a:gd name="adj" fmla="val 4237"/>
            </a:avLst>
          </a:prstGeom>
          <a:solidFill>
            <a:srgbClr val="F9D2D6"/>
          </a:solidFill>
          <a:ln w="7620">
            <a:solidFill>
              <a:srgbClr val="DFB8BC"/>
            </a:solidFill>
            <a:prstDash val="solid"/>
          </a:ln>
        </p:spPr>
        <p:txBody>
          <a:bodyPr/>
          <a:lstStyle/>
          <a:p>
            <a:endParaRPr lang="en-IN"/>
          </a:p>
        </p:txBody>
      </p:sp>
      <p:sp>
        <p:nvSpPr>
          <p:cNvPr id="19" name="Shape 14"/>
          <p:cNvSpPr/>
          <p:nvPr/>
        </p:nvSpPr>
        <p:spPr>
          <a:xfrm>
            <a:off x="7647623" y="5020270"/>
            <a:ext cx="649962" cy="649962"/>
          </a:xfrm>
          <a:prstGeom prst="roundRect">
            <a:avLst>
              <a:gd name="adj" fmla="val 14067108"/>
            </a:avLst>
          </a:prstGeom>
          <a:solidFill>
            <a:srgbClr val="DA1B2E"/>
          </a:solidFill>
          <a:ln/>
        </p:spPr>
        <p:txBody>
          <a:bodyPr/>
          <a:lstStyle/>
          <a:p>
            <a:endParaRPr lang="en-IN"/>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26335" y="5198983"/>
            <a:ext cx="292418" cy="292418"/>
          </a:xfrm>
          <a:prstGeom prst="rect">
            <a:avLst/>
          </a:prstGeom>
        </p:spPr>
      </p:pic>
      <p:sp>
        <p:nvSpPr>
          <p:cNvPr id="21" name="Text 15"/>
          <p:cNvSpPr/>
          <p:nvPr/>
        </p:nvSpPr>
        <p:spPr>
          <a:xfrm>
            <a:off x="7647623" y="588680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Sora Semi Bold" pitchFamily="34" charset="0"/>
                <a:ea typeface="Sora Semi Bold" pitchFamily="34" charset="-122"/>
                <a:cs typeface="Sora Semi Bold" pitchFamily="34" charset="-120"/>
              </a:rPr>
              <a:t>Payment Module</a:t>
            </a:r>
            <a:endParaRPr lang="en-US" sz="2200" dirty="0"/>
          </a:p>
        </p:txBody>
      </p:sp>
      <p:sp>
        <p:nvSpPr>
          <p:cNvPr id="22" name="Text 16"/>
          <p:cNvSpPr/>
          <p:nvPr/>
        </p:nvSpPr>
        <p:spPr>
          <a:xfrm>
            <a:off x="7647623" y="6372939"/>
            <a:ext cx="6000274"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Secure payment and confirmation</a:t>
            </a:r>
            <a:endParaRPr lang="en-US" sz="1700" dirty="0"/>
          </a:p>
        </p:txBody>
      </p:sp>
      <p:pic>
        <p:nvPicPr>
          <p:cNvPr id="24" name="Picture 23">
            <a:extLst>
              <a:ext uri="{FF2B5EF4-FFF2-40B4-BE49-F238E27FC236}">
                <a16:creationId xmlns:a16="http://schemas.microsoft.com/office/drawing/2014/main" id="{00FAB49F-3E6B-B76F-4A1B-D9D68475F0AF}"/>
              </a:ext>
            </a:extLst>
          </p:cNvPr>
          <p:cNvPicPr>
            <a:picLocks noChangeAspect="1"/>
          </p:cNvPicPr>
          <p:nvPr/>
        </p:nvPicPr>
        <p:blipFill>
          <a:blip r:embed="rId11"/>
          <a:stretch>
            <a:fillRect/>
          </a:stretch>
        </p:blipFill>
        <p:spPr>
          <a:xfrm>
            <a:off x="12296365" y="7685408"/>
            <a:ext cx="2314898" cy="5048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955" y="467439"/>
            <a:ext cx="6886456" cy="559118"/>
          </a:xfrm>
          <a:prstGeom prst="rect">
            <a:avLst/>
          </a:prstGeom>
          <a:noFill/>
          <a:ln/>
        </p:spPr>
        <p:txBody>
          <a:bodyPr wrap="none" lIns="0" tIns="0" rIns="0" bIns="0" rtlCol="0" anchor="t"/>
          <a:lstStyle/>
          <a:p>
            <a:pPr marL="0" indent="0" algn="l">
              <a:lnSpc>
                <a:spcPts val="4400"/>
              </a:lnSpc>
              <a:buNone/>
            </a:pPr>
            <a:r>
              <a:rPr lang="en-US" sz="3500" b="1" dirty="0">
                <a:solidFill>
                  <a:srgbClr val="1F1E1E"/>
                </a:solidFill>
                <a:latin typeface="Arial" panose="020B0604020202020204" pitchFamily="34" charset="0"/>
                <a:ea typeface="Sora Semi Bold" pitchFamily="34" charset="-122"/>
                <a:cs typeface="Arial" panose="020B0604020202020204" pitchFamily="34" charset="0"/>
              </a:rPr>
              <a:t>Implementation Technologies</a:t>
            </a:r>
            <a:endParaRPr lang="en-US" sz="3500" b="1" dirty="0">
              <a:latin typeface="Arial" panose="020B0604020202020204" pitchFamily="34" charset="0"/>
              <a:cs typeface="Arial" panose="020B0604020202020204" pitchFamily="34" charset="0"/>
            </a:endParaRPr>
          </a:p>
        </p:txBody>
      </p:sp>
      <p:sp>
        <p:nvSpPr>
          <p:cNvPr id="4" name="Shape 2"/>
          <p:cNvSpPr/>
          <p:nvPr/>
        </p:nvSpPr>
        <p:spPr>
          <a:xfrm>
            <a:off x="594955" y="1829633"/>
            <a:ext cx="4366855" cy="1956673"/>
          </a:xfrm>
          <a:prstGeom prst="roundRect">
            <a:avLst>
              <a:gd name="adj" fmla="val 5608"/>
            </a:avLst>
          </a:prstGeom>
          <a:solidFill>
            <a:srgbClr val="FFFFFF"/>
          </a:solidFill>
          <a:ln w="22860">
            <a:solidFill>
              <a:srgbClr val="DFB8BC"/>
            </a:solidFill>
            <a:prstDash val="solid"/>
          </a:ln>
        </p:spPr>
        <p:txBody>
          <a:bodyPr/>
          <a:lstStyle/>
          <a:p>
            <a:endParaRPr lang="en-IN"/>
          </a:p>
        </p:txBody>
      </p:sp>
      <p:sp>
        <p:nvSpPr>
          <p:cNvPr id="5" name="Shape 3"/>
          <p:cNvSpPr/>
          <p:nvPr/>
        </p:nvSpPr>
        <p:spPr>
          <a:xfrm>
            <a:off x="572095" y="1829633"/>
            <a:ext cx="91440" cy="1956673"/>
          </a:xfrm>
          <a:prstGeom prst="roundRect">
            <a:avLst>
              <a:gd name="adj" fmla="val 78083"/>
            </a:avLst>
          </a:prstGeom>
          <a:solidFill>
            <a:srgbClr val="DA1B2E"/>
          </a:solidFill>
          <a:ln/>
        </p:spPr>
        <p:txBody>
          <a:bodyPr/>
          <a:lstStyle/>
          <a:p>
            <a:endParaRPr lang="en-IN"/>
          </a:p>
        </p:txBody>
      </p:sp>
      <p:sp>
        <p:nvSpPr>
          <p:cNvPr id="6" name="Text 4"/>
          <p:cNvSpPr/>
          <p:nvPr/>
        </p:nvSpPr>
        <p:spPr>
          <a:xfrm>
            <a:off x="856298" y="2022396"/>
            <a:ext cx="2236708" cy="279559"/>
          </a:xfrm>
          <a:prstGeom prst="rect">
            <a:avLst/>
          </a:prstGeom>
          <a:noFill/>
          <a:ln/>
        </p:spPr>
        <p:txBody>
          <a:bodyPr wrap="none" lIns="0" tIns="0" rIns="0" bIns="0" rtlCol="0" anchor="t"/>
          <a:lstStyle/>
          <a:p>
            <a:pPr marL="0" indent="0" algn="l">
              <a:lnSpc>
                <a:spcPts val="2200"/>
              </a:lnSpc>
              <a:buNone/>
            </a:pPr>
            <a:r>
              <a:rPr lang="en-US" sz="1750" dirty="0">
                <a:solidFill>
                  <a:srgbClr val="3B3535"/>
                </a:solidFill>
                <a:latin typeface="Sora Semi Bold" pitchFamily="34" charset="0"/>
                <a:ea typeface="Sora Semi Bold" pitchFamily="34" charset="-122"/>
                <a:cs typeface="Sora Semi Bold" pitchFamily="34" charset="-120"/>
              </a:rPr>
              <a:t>Frontend</a:t>
            </a:r>
            <a:endParaRPr lang="en-US" sz="1750" dirty="0"/>
          </a:p>
        </p:txBody>
      </p:sp>
      <p:sp>
        <p:nvSpPr>
          <p:cNvPr id="7" name="Text 5"/>
          <p:cNvSpPr/>
          <p:nvPr/>
        </p:nvSpPr>
        <p:spPr>
          <a:xfrm>
            <a:off x="856298" y="2403872"/>
            <a:ext cx="3912751" cy="271939"/>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latin typeface="Arial" panose="020B0604020202020204" pitchFamily="34" charset="0"/>
                <a:ea typeface="Sora Light" pitchFamily="34" charset="-122"/>
                <a:cs typeface="Arial" panose="020B0604020202020204" pitchFamily="34" charset="0"/>
              </a:rPr>
              <a:t>HTML5, CSS3, JavaScript</a:t>
            </a:r>
            <a:endParaRPr lang="en-US" sz="1300" dirty="0">
              <a:latin typeface="Arial" panose="020B0604020202020204" pitchFamily="34" charset="0"/>
              <a:cs typeface="Arial" panose="020B0604020202020204" pitchFamily="34" charset="0"/>
            </a:endParaRPr>
          </a:p>
        </p:txBody>
      </p:sp>
      <p:sp>
        <p:nvSpPr>
          <p:cNvPr id="8" name="Text 6"/>
          <p:cNvSpPr/>
          <p:nvPr/>
        </p:nvSpPr>
        <p:spPr>
          <a:xfrm>
            <a:off x="856298" y="2777728"/>
            <a:ext cx="3912751" cy="543878"/>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Foundation for designing and styling the user interface of the website.</a:t>
            </a:r>
            <a:endParaRPr lang="en-US" sz="1300" dirty="0"/>
          </a:p>
        </p:txBody>
      </p:sp>
      <p:sp>
        <p:nvSpPr>
          <p:cNvPr id="9" name="Shape 7"/>
          <p:cNvSpPr/>
          <p:nvPr/>
        </p:nvSpPr>
        <p:spPr>
          <a:xfrm>
            <a:off x="5131713" y="1829633"/>
            <a:ext cx="4366855" cy="1956673"/>
          </a:xfrm>
          <a:prstGeom prst="roundRect">
            <a:avLst>
              <a:gd name="adj" fmla="val 5608"/>
            </a:avLst>
          </a:prstGeom>
          <a:solidFill>
            <a:srgbClr val="FFFFFF"/>
          </a:solidFill>
          <a:ln w="22860">
            <a:solidFill>
              <a:srgbClr val="DFB8BC"/>
            </a:solidFill>
            <a:prstDash val="solid"/>
          </a:ln>
        </p:spPr>
        <p:txBody>
          <a:bodyPr/>
          <a:lstStyle/>
          <a:p>
            <a:endParaRPr lang="en-IN"/>
          </a:p>
        </p:txBody>
      </p:sp>
      <p:sp>
        <p:nvSpPr>
          <p:cNvPr id="10" name="Shape 8"/>
          <p:cNvSpPr/>
          <p:nvPr/>
        </p:nvSpPr>
        <p:spPr>
          <a:xfrm>
            <a:off x="5108853" y="1829633"/>
            <a:ext cx="91440" cy="1956673"/>
          </a:xfrm>
          <a:prstGeom prst="roundRect">
            <a:avLst>
              <a:gd name="adj" fmla="val 78083"/>
            </a:avLst>
          </a:prstGeom>
          <a:solidFill>
            <a:srgbClr val="DA1B2E"/>
          </a:solidFill>
          <a:ln/>
        </p:spPr>
        <p:txBody>
          <a:bodyPr/>
          <a:lstStyle/>
          <a:p>
            <a:endParaRPr lang="en-IN"/>
          </a:p>
        </p:txBody>
      </p:sp>
      <p:sp>
        <p:nvSpPr>
          <p:cNvPr id="11" name="Text 9"/>
          <p:cNvSpPr/>
          <p:nvPr/>
        </p:nvSpPr>
        <p:spPr>
          <a:xfrm>
            <a:off x="5393055" y="2022396"/>
            <a:ext cx="2236708" cy="279559"/>
          </a:xfrm>
          <a:prstGeom prst="rect">
            <a:avLst/>
          </a:prstGeom>
          <a:noFill/>
          <a:ln/>
        </p:spPr>
        <p:txBody>
          <a:bodyPr wrap="none" lIns="0" tIns="0" rIns="0" bIns="0" rtlCol="0" anchor="t"/>
          <a:lstStyle/>
          <a:p>
            <a:pPr marL="0" indent="0" algn="l">
              <a:lnSpc>
                <a:spcPts val="2200"/>
              </a:lnSpc>
              <a:buNone/>
            </a:pPr>
            <a:r>
              <a:rPr lang="en-US" sz="1750" dirty="0">
                <a:solidFill>
                  <a:srgbClr val="3B3535"/>
                </a:solidFill>
                <a:latin typeface="Sora Semi Bold" pitchFamily="34" charset="0"/>
                <a:ea typeface="Sora Semi Bold" pitchFamily="34" charset="-122"/>
                <a:cs typeface="Sora Semi Bold" pitchFamily="34" charset="-120"/>
              </a:rPr>
              <a:t>Frontend</a:t>
            </a:r>
            <a:endParaRPr lang="en-US" sz="1750" dirty="0"/>
          </a:p>
        </p:txBody>
      </p:sp>
      <p:sp>
        <p:nvSpPr>
          <p:cNvPr id="12" name="Text 10"/>
          <p:cNvSpPr/>
          <p:nvPr/>
        </p:nvSpPr>
        <p:spPr>
          <a:xfrm>
            <a:off x="5393055" y="2403872"/>
            <a:ext cx="3912751" cy="271939"/>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latin typeface="Arial" panose="020B0604020202020204" pitchFamily="34" charset="0"/>
                <a:ea typeface="Sora Light" pitchFamily="34" charset="-122"/>
                <a:cs typeface="Arial" panose="020B0604020202020204" pitchFamily="34" charset="0"/>
              </a:rPr>
              <a:t>React.js / Vite</a:t>
            </a:r>
            <a:endParaRPr lang="en-US" sz="1300" dirty="0">
              <a:latin typeface="Arial" panose="020B0604020202020204" pitchFamily="34" charset="0"/>
              <a:cs typeface="Arial" panose="020B0604020202020204" pitchFamily="34" charset="0"/>
            </a:endParaRPr>
          </a:p>
        </p:txBody>
      </p:sp>
      <p:sp>
        <p:nvSpPr>
          <p:cNvPr id="13" name="Text 11"/>
          <p:cNvSpPr/>
          <p:nvPr/>
        </p:nvSpPr>
        <p:spPr>
          <a:xfrm>
            <a:off x="5393055" y="2777728"/>
            <a:ext cx="3912751" cy="543878"/>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Modern frontend framework for building fast, dynamic, and responsive web pages.</a:t>
            </a:r>
            <a:endParaRPr lang="en-US" sz="1300" dirty="0"/>
          </a:p>
        </p:txBody>
      </p:sp>
      <p:sp>
        <p:nvSpPr>
          <p:cNvPr id="14" name="Shape 12"/>
          <p:cNvSpPr/>
          <p:nvPr/>
        </p:nvSpPr>
        <p:spPr>
          <a:xfrm>
            <a:off x="9668470" y="1829633"/>
            <a:ext cx="4366855" cy="1956673"/>
          </a:xfrm>
          <a:prstGeom prst="roundRect">
            <a:avLst>
              <a:gd name="adj" fmla="val 5608"/>
            </a:avLst>
          </a:prstGeom>
          <a:solidFill>
            <a:srgbClr val="FFFFFF"/>
          </a:solidFill>
          <a:ln w="22860">
            <a:solidFill>
              <a:srgbClr val="DFB8BC"/>
            </a:solidFill>
            <a:prstDash val="solid"/>
          </a:ln>
        </p:spPr>
        <p:txBody>
          <a:bodyPr/>
          <a:lstStyle/>
          <a:p>
            <a:endParaRPr lang="en-IN"/>
          </a:p>
        </p:txBody>
      </p:sp>
      <p:sp>
        <p:nvSpPr>
          <p:cNvPr id="15" name="Shape 13"/>
          <p:cNvSpPr/>
          <p:nvPr/>
        </p:nvSpPr>
        <p:spPr>
          <a:xfrm>
            <a:off x="9645610" y="1829633"/>
            <a:ext cx="91440" cy="1956673"/>
          </a:xfrm>
          <a:prstGeom prst="roundRect">
            <a:avLst>
              <a:gd name="adj" fmla="val 78083"/>
            </a:avLst>
          </a:prstGeom>
          <a:solidFill>
            <a:srgbClr val="DA1B2E"/>
          </a:solidFill>
          <a:ln/>
        </p:spPr>
        <p:txBody>
          <a:bodyPr/>
          <a:lstStyle/>
          <a:p>
            <a:endParaRPr lang="en-IN"/>
          </a:p>
        </p:txBody>
      </p:sp>
      <p:sp>
        <p:nvSpPr>
          <p:cNvPr id="16" name="Text 14"/>
          <p:cNvSpPr/>
          <p:nvPr/>
        </p:nvSpPr>
        <p:spPr>
          <a:xfrm>
            <a:off x="9929813" y="2022396"/>
            <a:ext cx="2236708" cy="279559"/>
          </a:xfrm>
          <a:prstGeom prst="rect">
            <a:avLst/>
          </a:prstGeom>
          <a:noFill/>
          <a:ln/>
        </p:spPr>
        <p:txBody>
          <a:bodyPr wrap="none" lIns="0" tIns="0" rIns="0" bIns="0" rtlCol="0" anchor="t"/>
          <a:lstStyle/>
          <a:p>
            <a:pPr marL="0" indent="0" algn="l">
              <a:lnSpc>
                <a:spcPts val="2200"/>
              </a:lnSpc>
              <a:buNone/>
            </a:pPr>
            <a:r>
              <a:rPr lang="en-US" sz="1750" dirty="0">
                <a:solidFill>
                  <a:srgbClr val="3B3535"/>
                </a:solidFill>
                <a:latin typeface="Sora Semi Bold" pitchFamily="34" charset="0"/>
                <a:ea typeface="Sora Semi Bold" pitchFamily="34" charset="-122"/>
                <a:cs typeface="Sora Semi Bold" pitchFamily="34" charset="-120"/>
              </a:rPr>
              <a:t>Backend</a:t>
            </a:r>
            <a:endParaRPr lang="en-US" sz="1750" dirty="0"/>
          </a:p>
        </p:txBody>
      </p:sp>
      <p:sp>
        <p:nvSpPr>
          <p:cNvPr id="17" name="Text 15"/>
          <p:cNvSpPr/>
          <p:nvPr/>
        </p:nvSpPr>
        <p:spPr>
          <a:xfrm>
            <a:off x="9929813" y="2403872"/>
            <a:ext cx="3912751" cy="271939"/>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latin typeface="Arial" panose="020B0604020202020204" pitchFamily="34" charset="0"/>
                <a:ea typeface="Sora Light" pitchFamily="34" charset="-122"/>
                <a:cs typeface="Arial" panose="020B0604020202020204" pitchFamily="34" charset="0"/>
              </a:rPr>
              <a:t>Node.js</a:t>
            </a:r>
            <a:endParaRPr lang="en-US" sz="1300" dirty="0">
              <a:latin typeface="Arial" panose="020B0604020202020204" pitchFamily="34" charset="0"/>
              <a:cs typeface="Arial" panose="020B0604020202020204" pitchFamily="34" charset="0"/>
            </a:endParaRPr>
          </a:p>
        </p:txBody>
      </p:sp>
      <p:sp>
        <p:nvSpPr>
          <p:cNvPr id="18" name="Text 16"/>
          <p:cNvSpPr/>
          <p:nvPr/>
        </p:nvSpPr>
        <p:spPr>
          <a:xfrm>
            <a:off x="9929813" y="2777728"/>
            <a:ext cx="3912751" cy="815816"/>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Server-side runtime environment for executing JavaScript, handling logic and APIs.</a:t>
            </a:r>
            <a:endParaRPr lang="en-US" sz="1300" dirty="0"/>
          </a:p>
        </p:txBody>
      </p:sp>
      <p:sp>
        <p:nvSpPr>
          <p:cNvPr id="19" name="Shape 17"/>
          <p:cNvSpPr/>
          <p:nvPr/>
        </p:nvSpPr>
        <p:spPr>
          <a:xfrm>
            <a:off x="594955" y="3956209"/>
            <a:ext cx="4366855" cy="1956673"/>
          </a:xfrm>
          <a:prstGeom prst="roundRect">
            <a:avLst>
              <a:gd name="adj" fmla="val 5608"/>
            </a:avLst>
          </a:prstGeom>
          <a:solidFill>
            <a:srgbClr val="FFFFFF"/>
          </a:solidFill>
          <a:ln w="22860">
            <a:solidFill>
              <a:srgbClr val="DFB8BC"/>
            </a:solidFill>
            <a:prstDash val="solid"/>
          </a:ln>
        </p:spPr>
        <p:txBody>
          <a:bodyPr/>
          <a:lstStyle/>
          <a:p>
            <a:endParaRPr lang="en-IN"/>
          </a:p>
        </p:txBody>
      </p:sp>
      <p:sp>
        <p:nvSpPr>
          <p:cNvPr id="20" name="Shape 18"/>
          <p:cNvSpPr/>
          <p:nvPr/>
        </p:nvSpPr>
        <p:spPr>
          <a:xfrm>
            <a:off x="572095" y="3956209"/>
            <a:ext cx="91440" cy="1956673"/>
          </a:xfrm>
          <a:prstGeom prst="roundRect">
            <a:avLst>
              <a:gd name="adj" fmla="val 78083"/>
            </a:avLst>
          </a:prstGeom>
          <a:solidFill>
            <a:srgbClr val="DA1B2E"/>
          </a:solidFill>
          <a:ln/>
        </p:spPr>
        <p:txBody>
          <a:bodyPr/>
          <a:lstStyle/>
          <a:p>
            <a:endParaRPr lang="en-IN"/>
          </a:p>
        </p:txBody>
      </p:sp>
      <p:sp>
        <p:nvSpPr>
          <p:cNvPr id="21" name="Text 19"/>
          <p:cNvSpPr/>
          <p:nvPr/>
        </p:nvSpPr>
        <p:spPr>
          <a:xfrm>
            <a:off x="856298" y="4148971"/>
            <a:ext cx="2236708" cy="279559"/>
          </a:xfrm>
          <a:prstGeom prst="rect">
            <a:avLst/>
          </a:prstGeom>
          <a:noFill/>
          <a:ln/>
        </p:spPr>
        <p:txBody>
          <a:bodyPr wrap="none" lIns="0" tIns="0" rIns="0" bIns="0" rtlCol="0" anchor="t"/>
          <a:lstStyle/>
          <a:p>
            <a:pPr marL="0" indent="0" algn="l">
              <a:lnSpc>
                <a:spcPts val="2200"/>
              </a:lnSpc>
              <a:buNone/>
            </a:pPr>
            <a:r>
              <a:rPr lang="en-US" sz="1750" dirty="0">
                <a:solidFill>
                  <a:srgbClr val="3B3535"/>
                </a:solidFill>
                <a:latin typeface="Sora Semi Bold" pitchFamily="34" charset="0"/>
                <a:ea typeface="Sora Semi Bold" pitchFamily="34" charset="-122"/>
                <a:cs typeface="Sora Semi Bold" pitchFamily="34" charset="-120"/>
              </a:rPr>
              <a:t>Backend</a:t>
            </a:r>
            <a:endParaRPr lang="en-US" sz="1750" dirty="0"/>
          </a:p>
        </p:txBody>
      </p:sp>
      <p:sp>
        <p:nvSpPr>
          <p:cNvPr id="22" name="Text 20"/>
          <p:cNvSpPr/>
          <p:nvPr/>
        </p:nvSpPr>
        <p:spPr>
          <a:xfrm>
            <a:off x="856298" y="4530447"/>
            <a:ext cx="3912751" cy="271939"/>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latin typeface="Arial" panose="020B0604020202020204" pitchFamily="34" charset="0"/>
                <a:ea typeface="Sora Light" pitchFamily="34" charset="-122"/>
                <a:cs typeface="Arial" panose="020B0604020202020204" pitchFamily="34" charset="0"/>
              </a:rPr>
              <a:t>Express.js</a:t>
            </a:r>
            <a:endParaRPr lang="en-US" sz="1300" dirty="0">
              <a:latin typeface="Arial" panose="020B0604020202020204" pitchFamily="34" charset="0"/>
              <a:cs typeface="Arial" panose="020B0604020202020204" pitchFamily="34" charset="0"/>
            </a:endParaRPr>
          </a:p>
        </p:txBody>
      </p:sp>
      <p:sp>
        <p:nvSpPr>
          <p:cNvPr id="23" name="Text 21"/>
          <p:cNvSpPr/>
          <p:nvPr/>
        </p:nvSpPr>
        <p:spPr>
          <a:xfrm>
            <a:off x="856298" y="4904303"/>
            <a:ext cx="3912751" cy="815816"/>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Web application framework used to efficiently handle routes, requests, and responses.</a:t>
            </a:r>
            <a:endParaRPr lang="en-US" sz="1300" dirty="0"/>
          </a:p>
        </p:txBody>
      </p:sp>
      <p:sp>
        <p:nvSpPr>
          <p:cNvPr id="24" name="Shape 22"/>
          <p:cNvSpPr/>
          <p:nvPr/>
        </p:nvSpPr>
        <p:spPr>
          <a:xfrm>
            <a:off x="5131713" y="3956209"/>
            <a:ext cx="4366855" cy="1956673"/>
          </a:xfrm>
          <a:prstGeom prst="roundRect">
            <a:avLst>
              <a:gd name="adj" fmla="val 5608"/>
            </a:avLst>
          </a:prstGeom>
          <a:solidFill>
            <a:srgbClr val="FFFFFF"/>
          </a:solidFill>
          <a:ln w="22860">
            <a:solidFill>
              <a:srgbClr val="DFB8BC"/>
            </a:solidFill>
            <a:prstDash val="solid"/>
          </a:ln>
        </p:spPr>
        <p:txBody>
          <a:bodyPr/>
          <a:lstStyle/>
          <a:p>
            <a:endParaRPr lang="en-IN"/>
          </a:p>
        </p:txBody>
      </p:sp>
      <p:sp>
        <p:nvSpPr>
          <p:cNvPr id="25" name="Shape 23"/>
          <p:cNvSpPr/>
          <p:nvPr/>
        </p:nvSpPr>
        <p:spPr>
          <a:xfrm>
            <a:off x="5108853" y="3956209"/>
            <a:ext cx="91440" cy="1956673"/>
          </a:xfrm>
          <a:prstGeom prst="roundRect">
            <a:avLst>
              <a:gd name="adj" fmla="val 78083"/>
            </a:avLst>
          </a:prstGeom>
          <a:solidFill>
            <a:srgbClr val="DA1B2E"/>
          </a:solidFill>
          <a:ln/>
        </p:spPr>
        <p:txBody>
          <a:bodyPr/>
          <a:lstStyle/>
          <a:p>
            <a:endParaRPr lang="en-IN"/>
          </a:p>
        </p:txBody>
      </p:sp>
      <p:sp>
        <p:nvSpPr>
          <p:cNvPr id="26" name="Text 24"/>
          <p:cNvSpPr/>
          <p:nvPr/>
        </p:nvSpPr>
        <p:spPr>
          <a:xfrm>
            <a:off x="5393055" y="4148971"/>
            <a:ext cx="2236708" cy="279559"/>
          </a:xfrm>
          <a:prstGeom prst="rect">
            <a:avLst/>
          </a:prstGeom>
          <a:noFill/>
          <a:ln/>
        </p:spPr>
        <p:txBody>
          <a:bodyPr wrap="none" lIns="0" tIns="0" rIns="0" bIns="0" rtlCol="0" anchor="t"/>
          <a:lstStyle/>
          <a:p>
            <a:pPr marL="0" indent="0" algn="l">
              <a:lnSpc>
                <a:spcPts val="2200"/>
              </a:lnSpc>
              <a:buNone/>
            </a:pPr>
            <a:r>
              <a:rPr lang="en-US" sz="1750" dirty="0">
                <a:solidFill>
                  <a:srgbClr val="3B3535"/>
                </a:solidFill>
                <a:latin typeface="Sora Semi Bold" pitchFamily="34" charset="0"/>
                <a:ea typeface="Sora Semi Bold" pitchFamily="34" charset="-122"/>
                <a:cs typeface="Sora Semi Bold" pitchFamily="34" charset="-120"/>
              </a:rPr>
              <a:t>Database</a:t>
            </a:r>
            <a:endParaRPr lang="en-US" sz="1750" dirty="0"/>
          </a:p>
        </p:txBody>
      </p:sp>
      <p:sp>
        <p:nvSpPr>
          <p:cNvPr id="27" name="Text 25"/>
          <p:cNvSpPr/>
          <p:nvPr/>
        </p:nvSpPr>
        <p:spPr>
          <a:xfrm>
            <a:off x="5393055" y="4530447"/>
            <a:ext cx="3912751" cy="271939"/>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latin typeface="Arial" panose="020B0604020202020204" pitchFamily="34" charset="0"/>
                <a:ea typeface="Sora Light" pitchFamily="34" charset="-122"/>
                <a:cs typeface="Arial" panose="020B0604020202020204" pitchFamily="34" charset="0"/>
              </a:rPr>
              <a:t>MongoDB</a:t>
            </a:r>
            <a:endParaRPr lang="en-US" sz="1300" dirty="0">
              <a:latin typeface="Arial" panose="020B0604020202020204" pitchFamily="34" charset="0"/>
              <a:cs typeface="Arial" panose="020B0604020202020204" pitchFamily="34" charset="0"/>
            </a:endParaRPr>
          </a:p>
        </p:txBody>
      </p:sp>
      <p:sp>
        <p:nvSpPr>
          <p:cNvPr id="28" name="Text 26"/>
          <p:cNvSpPr/>
          <p:nvPr/>
        </p:nvSpPr>
        <p:spPr>
          <a:xfrm>
            <a:off x="5393055" y="4904303"/>
            <a:ext cx="3912751" cy="543878"/>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Flexible NoSQL database for efficiently storing user, order, and food data.</a:t>
            </a:r>
            <a:endParaRPr lang="en-US" sz="1300" dirty="0"/>
          </a:p>
        </p:txBody>
      </p:sp>
      <p:sp>
        <p:nvSpPr>
          <p:cNvPr id="29" name="Shape 27"/>
          <p:cNvSpPr/>
          <p:nvPr/>
        </p:nvSpPr>
        <p:spPr>
          <a:xfrm>
            <a:off x="9668470" y="3956209"/>
            <a:ext cx="4366855" cy="1956673"/>
          </a:xfrm>
          <a:prstGeom prst="roundRect">
            <a:avLst>
              <a:gd name="adj" fmla="val 5608"/>
            </a:avLst>
          </a:prstGeom>
          <a:solidFill>
            <a:srgbClr val="FFFFFF"/>
          </a:solidFill>
          <a:ln w="22860">
            <a:solidFill>
              <a:srgbClr val="DFB8BC"/>
            </a:solidFill>
            <a:prstDash val="solid"/>
          </a:ln>
        </p:spPr>
        <p:txBody>
          <a:bodyPr/>
          <a:lstStyle/>
          <a:p>
            <a:endParaRPr lang="en-IN"/>
          </a:p>
        </p:txBody>
      </p:sp>
      <p:sp>
        <p:nvSpPr>
          <p:cNvPr id="30" name="Shape 28"/>
          <p:cNvSpPr/>
          <p:nvPr/>
        </p:nvSpPr>
        <p:spPr>
          <a:xfrm>
            <a:off x="9645610" y="3956209"/>
            <a:ext cx="91440" cy="1956673"/>
          </a:xfrm>
          <a:prstGeom prst="roundRect">
            <a:avLst>
              <a:gd name="adj" fmla="val 78083"/>
            </a:avLst>
          </a:prstGeom>
          <a:solidFill>
            <a:srgbClr val="DA1B2E"/>
          </a:solidFill>
          <a:ln/>
        </p:spPr>
        <p:txBody>
          <a:bodyPr/>
          <a:lstStyle/>
          <a:p>
            <a:endParaRPr lang="en-IN"/>
          </a:p>
        </p:txBody>
      </p:sp>
      <p:sp>
        <p:nvSpPr>
          <p:cNvPr id="31" name="Text 29"/>
          <p:cNvSpPr/>
          <p:nvPr/>
        </p:nvSpPr>
        <p:spPr>
          <a:xfrm>
            <a:off x="9929813" y="4148971"/>
            <a:ext cx="2342674" cy="279559"/>
          </a:xfrm>
          <a:prstGeom prst="rect">
            <a:avLst/>
          </a:prstGeom>
          <a:noFill/>
          <a:ln/>
        </p:spPr>
        <p:txBody>
          <a:bodyPr wrap="none" lIns="0" tIns="0" rIns="0" bIns="0" rtlCol="0" anchor="t"/>
          <a:lstStyle/>
          <a:p>
            <a:pPr marL="0" indent="0" algn="l">
              <a:lnSpc>
                <a:spcPts val="2200"/>
              </a:lnSpc>
              <a:buNone/>
            </a:pPr>
            <a:r>
              <a:rPr lang="en-US" sz="1750" dirty="0">
                <a:solidFill>
                  <a:srgbClr val="3B3535"/>
                </a:solidFill>
                <a:latin typeface="Sora Semi Bold" pitchFamily="34" charset="0"/>
                <a:ea typeface="Sora Semi Bold" pitchFamily="34" charset="-122"/>
                <a:cs typeface="Sora Semi Bold" pitchFamily="34" charset="-120"/>
              </a:rPr>
              <a:t>Payment Integration</a:t>
            </a:r>
            <a:endParaRPr lang="en-US" sz="1750" dirty="0"/>
          </a:p>
        </p:txBody>
      </p:sp>
      <p:sp>
        <p:nvSpPr>
          <p:cNvPr id="32" name="Text 30"/>
          <p:cNvSpPr/>
          <p:nvPr/>
        </p:nvSpPr>
        <p:spPr>
          <a:xfrm>
            <a:off x="9929813" y="4530447"/>
            <a:ext cx="3912751" cy="271939"/>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latin typeface="Arial" panose="020B0604020202020204" pitchFamily="34" charset="0"/>
                <a:ea typeface="Sora Light" pitchFamily="34" charset="-122"/>
                <a:cs typeface="Arial" panose="020B0604020202020204" pitchFamily="34" charset="0"/>
              </a:rPr>
              <a:t>Stripe / Razorpay API</a:t>
            </a:r>
            <a:endParaRPr lang="en-US" sz="1300" dirty="0">
              <a:latin typeface="Arial" panose="020B0604020202020204" pitchFamily="34" charset="0"/>
              <a:cs typeface="Arial" panose="020B0604020202020204" pitchFamily="34" charset="0"/>
            </a:endParaRPr>
          </a:p>
        </p:txBody>
      </p:sp>
      <p:sp>
        <p:nvSpPr>
          <p:cNvPr id="33" name="Text 31"/>
          <p:cNvSpPr/>
          <p:nvPr/>
        </p:nvSpPr>
        <p:spPr>
          <a:xfrm>
            <a:off x="9929813" y="4904303"/>
            <a:ext cx="3912751" cy="543878"/>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Provides secure and reliable online payment processing capabilities.</a:t>
            </a:r>
            <a:endParaRPr lang="en-US" sz="1300" dirty="0"/>
          </a:p>
        </p:txBody>
      </p:sp>
      <p:sp>
        <p:nvSpPr>
          <p:cNvPr id="34" name="Shape 32"/>
          <p:cNvSpPr/>
          <p:nvPr/>
        </p:nvSpPr>
        <p:spPr>
          <a:xfrm>
            <a:off x="594955" y="6082784"/>
            <a:ext cx="4366855" cy="1684734"/>
          </a:xfrm>
          <a:prstGeom prst="roundRect">
            <a:avLst>
              <a:gd name="adj" fmla="val 6513"/>
            </a:avLst>
          </a:prstGeom>
          <a:solidFill>
            <a:srgbClr val="FFFFFF"/>
          </a:solidFill>
          <a:ln w="22860">
            <a:solidFill>
              <a:srgbClr val="DFB8BC"/>
            </a:solidFill>
            <a:prstDash val="solid"/>
          </a:ln>
        </p:spPr>
        <p:txBody>
          <a:bodyPr/>
          <a:lstStyle/>
          <a:p>
            <a:endParaRPr lang="en-IN"/>
          </a:p>
        </p:txBody>
      </p:sp>
      <p:sp>
        <p:nvSpPr>
          <p:cNvPr id="35" name="Shape 33"/>
          <p:cNvSpPr/>
          <p:nvPr/>
        </p:nvSpPr>
        <p:spPr>
          <a:xfrm>
            <a:off x="572095" y="6082784"/>
            <a:ext cx="91440" cy="1684734"/>
          </a:xfrm>
          <a:prstGeom prst="roundRect">
            <a:avLst>
              <a:gd name="adj" fmla="val 78083"/>
            </a:avLst>
          </a:prstGeom>
          <a:solidFill>
            <a:srgbClr val="DA1B2E"/>
          </a:solidFill>
          <a:ln/>
        </p:spPr>
        <p:txBody>
          <a:bodyPr/>
          <a:lstStyle/>
          <a:p>
            <a:endParaRPr lang="en-IN"/>
          </a:p>
        </p:txBody>
      </p:sp>
      <p:sp>
        <p:nvSpPr>
          <p:cNvPr id="36" name="Text 34"/>
          <p:cNvSpPr/>
          <p:nvPr/>
        </p:nvSpPr>
        <p:spPr>
          <a:xfrm>
            <a:off x="856298" y="6275546"/>
            <a:ext cx="2236708" cy="279559"/>
          </a:xfrm>
          <a:prstGeom prst="rect">
            <a:avLst/>
          </a:prstGeom>
          <a:noFill/>
          <a:ln/>
        </p:spPr>
        <p:txBody>
          <a:bodyPr wrap="none" lIns="0" tIns="0" rIns="0" bIns="0" rtlCol="0" anchor="t"/>
          <a:lstStyle/>
          <a:p>
            <a:pPr marL="0" indent="0" algn="l">
              <a:lnSpc>
                <a:spcPts val="2200"/>
              </a:lnSpc>
              <a:buNone/>
            </a:pPr>
            <a:r>
              <a:rPr lang="en-US" sz="1750" dirty="0">
                <a:solidFill>
                  <a:srgbClr val="3B3535"/>
                </a:solidFill>
                <a:latin typeface="Sora Semi Bold" pitchFamily="34" charset="0"/>
                <a:ea typeface="Sora Semi Bold" pitchFamily="34" charset="-122"/>
                <a:cs typeface="Sora Semi Bold" pitchFamily="34" charset="-120"/>
              </a:rPr>
              <a:t>Authentication</a:t>
            </a:r>
            <a:endParaRPr lang="en-US" sz="1750" dirty="0"/>
          </a:p>
        </p:txBody>
      </p:sp>
      <p:sp>
        <p:nvSpPr>
          <p:cNvPr id="37" name="Text 35"/>
          <p:cNvSpPr/>
          <p:nvPr/>
        </p:nvSpPr>
        <p:spPr>
          <a:xfrm>
            <a:off x="856298" y="6657023"/>
            <a:ext cx="3912751" cy="271939"/>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latin typeface="Arial" panose="020B0604020202020204" pitchFamily="34" charset="0"/>
                <a:ea typeface="Sora Light" pitchFamily="34" charset="-122"/>
                <a:cs typeface="Arial" panose="020B0604020202020204" pitchFamily="34" charset="0"/>
              </a:rPr>
              <a:t>JWT (JSON Web Token</a:t>
            </a:r>
            <a:r>
              <a:rPr lang="en-US" sz="1300" b="1" dirty="0">
                <a:solidFill>
                  <a:srgbClr val="3B3535"/>
                </a:solidFill>
                <a:latin typeface="Sora Light" pitchFamily="34" charset="0"/>
                <a:ea typeface="Sora Light" pitchFamily="34" charset="-122"/>
                <a:cs typeface="Sora Light" pitchFamily="34" charset="-120"/>
              </a:rPr>
              <a:t>)</a:t>
            </a:r>
            <a:endParaRPr lang="en-US" sz="1300" dirty="0"/>
          </a:p>
        </p:txBody>
      </p:sp>
      <p:sp>
        <p:nvSpPr>
          <p:cNvPr id="38" name="Text 36"/>
          <p:cNvSpPr/>
          <p:nvPr/>
        </p:nvSpPr>
        <p:spPr>
          <a:xfrm>
            <a:off x="856298" y="7030879"/>
            <a:ext cx="3912751" cy="543878"/>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Ensures secure login and session management for all users and roles.</a:t>
            </a:r>
            <a:endParaRPr lang="en-US" sz="1300" dirty="0"/>
          </a:p>
        </p:txBody>
      </p:sp>
      <p:pic>
        <p:nvPicPr>
          <p:cNvPr id="40" name="Picture 39">
            <a:extLst>
              <a:ext uri="{FF2B5EF4-FFF2-40B4-BE49-F238E27FC236}">
                <a16:creationId xmlns:a16="http://schemas.microsoft.com/office/drawing/2014/main" id="{DAB4E8FE-3C7E-A7B6-47F1-200FFDDC6074}"/>
              </a:ext>
            </a:extLst>
          </p:cNvPr>
          <p:cNvPicPr>
            <a:picLocks noChangeAspect="1"/>
          </p:cNvPicPr>
          <p:nvPr/>
        </p:nvPicPr>
        <p:blipFill>
          <a:blip r:embed="rId3"/>
          <a:stretch>
            <a:fillRect/>
          </a:stretch>
        </p:blipFill>
        <p:spPr>
          <a:xfrm>
            <a:off x="12272487" y="7724705"/>
            <a:ext cx="2314898" cy="5048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9C5B39-751F-302E-6285-C41FBA2171E9}"/>
              </a:ext>
            </a:extLst>
          </p:cNvPr>
          <p:cNvSpPr txBox="1"/>
          <p:nvPr/>
        </p:nvSpPr>
        <p:spPr>
          <a:xfrm>
            <a:off x="4137102" y="301082"/>
            <a:ext cx="6356196" cy="646331"/>
          </a:xfrm>
          <a:prstGeom prst="rect">
            <a:avLst/>
          </a:prstGeom>
          <a:noFill/>
        </p:spPr>
        <p:txBody>
          <a:bodyPr wrap="square" rtlCol="0">
            <a:spAutoFit/>
          </a:bodyPr>
          <a:lstStyle/>
          <a:p>
            <a:pPr algn="ctr"/>
            <a:r>
              <a:rPr lang="en-IN" sz="3600" b="1" dirty="0">
                <a:latin typeface="Arial" panose="020B0604020202020204" pitchFamily="34" charset="0"/>
                <a:cs typeface="Arial" panose="020B0604020202020204" pitchFamily="34" charset="0"/>
              </a:rPr>
              <a:t>Diagrams</a:t>
            </a:r>
          </a:p>
        </p:txBody>
      </p:sp>
      <p:pic>
        <p:nvPicPr>
          <p:cNvPr id="4" name="Picture 3" descr="A screenshot of a diagram&#10;&#10;AI-generated content may be incorrect.">
            <a:extLst>
              <a:ext uri="{FF2B5EF4-FFF2-40B4-BE49-F238E27FC236}">
                <a16:creationId xmlns:a16="http://schemas.microsoft.com/office/drawing/2014/main" id="{2C86D424-4CE1-7025-F20C-0BD13298BC96}"/>
              </a:ext>
            </a:extLst>
          </p:cNvPr>
          <p:cNvPicPr>
            <a:picLocks noChangeAspect="1"/>
          </p:cNvPicPr>
          <p:nvPr/>
        </p:nvPicPr>
        <p:blipFill>
          <a:blip r:embed="rId2"/>
          <a:stretch>
            <a:fillRect/>
          </a:stretch>
        </p:blipFill>
        <p:spPr>
          <a:xfrm>
            <a:off x="926618" y="1461924"/>
            <a:ext cx="5331114" cy="6154359"/>
          </a:xfrm>
          <a:prstGeom prst="rect">
            <a:avLst/>
          </a:prstGeom>
        </p:spPr>
      </p:pic>
      <p:pic>
        <p:nvPicPr>
          <p:cNvPr id="6" name="Picture 5" descr="A computer screen shot of a computer&#10;&#10;AI-generated content may be incorrect.">
            <a:extLst>
              <a:ext uri="{FF2B5EF4-FFF2-40B4-BE49-F238E27FC236}">
                <a16:creationId xmlns:a16="http://schemas.microsoft.com/office/drawing/2014/main" id="{B801EB0B-A7E1-3614-9BBE-92E61C5A1EBE}"/>
              </a:ext>
            </a:extLst>
          </p:cNvPr>
          <p:cNvPicPr>
            <a:picLocks noChangeAspect="1"/>
          </p:cNvPicPr>
          <p:nvPr/>
        </p:nvPicPr>
        <p:blipFill>
          <a:blip r:embed="rId3"/>
          <a:stretch>
            <a:fillRect/>
          </a:stretch>
        </p:blipFill>
        <p:spPr>
          <a:xfrm>
            <a:off x="6602471" y="2199171"/>
            <a:ext cx="7781653" cy="3831257"/>
          </a:xfrm>
          <a:prstGeom prst="rect">
            <a:avLst/>
          </a:prstGeom>
        </p:spPr>
      </p:pic>
      <p:pic>
        <p:nvPicPr>
          <p:cNvPr id="8" name="Picture 7" descr="A white background with black dots&#10;&#10;AI-generated content may be incorrect.">
            <a:extLst>
              <a:ext uri="{FF2B5EF4-FFF2-40B4-BE49-F238E27FC236}">
                <a16:creationId xmlns:a16="http://schemas.microsoft.com/office/drawing/2014/main" id="{E8551EB8-3575-BE4C-5854-AFA7ADA813FF}"/>
              </a:ext>
            </a:extLst>
          </p:cNvPr>
          <p:cNvPicPr>
            <a:picLocks noChangeAspect="1"/>
          </p:cNvPicPr>
          <p:nvPr/>
        </p:nvPicPr>
        <p:blipFill>
          <a:blip r:embed="rId4"/>
          <a:stretch>
            <a:fillRect/>
          </a:stretch>
        </p:blipFill>
        <p:spPr>
          <a:xfrm>
            <a:off x="12259746" y="7616283"/>
            <a:ext cx="2314898" cy="504895"/>
          </a:xfrm>
          <a:prstGeom prst="rect">
            <a:avLst/>
          </a:prstGeom>
        </p:spPr>
      </p:pic>
    </p:spTree>
    <p:extLst>
      <p:ext uri="{BB962C8B-B14F-4D97-AF65-F5344CB8AC3E}">
        <p14:creationId xmlns:p14="http://schemas.microsoft.com/office/powerpoint/2010/main" val="247353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1596033"/>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rial" panose="020B0604020202020204" pitchFamily="34" charset="0"/>
                <a:ea typeface="Sora Semi Bold" pitchFamily="34" charset="-122"/>
                <a:cs typeface="Arial" panose="020B0604020202020204" pitchFamily="34" charset="0"/>
              </a:rPr>
              <a:t>Key Features</a:t>
            </a:r>
            <a:endParaRPr lang="en-US" sz="4450" dirty="0">
              <a:latin typeface="Arial" panose="020B0604020202020204" pitchFamily="34" charset="0"/>
              <a:cs typeface="Arial" panose="020B0604020202020204" pitchFamily="34" charset="0"/>
            </a:endParaRPr>
          </a:p>
        </p:txBody>
      </p:sp>
      <p:sp>
        <p:nvSpPr>
          <p:cNvPr id="3" name="Shape 1"/>
          <p:cNvSpPr/>
          <p:nvPr/>
        </p:nvSpPr>
        <p:spPr>
          <a:xfrm>
            <a:off x="758309" y="2742009"/>
            <a:ext cx="4226838" cy="1837492"/>
          </a:xfrm>
          <a:prstGeom prst="roundRect">
            <a:avLst>
              <a:gd name="adj" fmla="val 4952"/>
            </a:avLst>
          </a:prstGeom>
          <a:solidFill>
            <a:srgbClr val="FFFFFF"/>
          </a:solidFill>
          <a:ln w="30480">
            <a:solidFill>
              <a:srgbClr val="DFB8BC"/>
            </a:solidFill>
            <a:prstDash val="solid"/>
          </a:ln>
        </p:spPr>
        <p:txBody>
          <a:bodyPr/>
          <a:lstStyle/>
          <a:p>
            <a:endParaRPr lang="en-IN"/>
          </a:p>
        </p:txBody>
      </p:sp>
      <p:sp>
        <p:nvSpPr>
          <p:cNvPr id="4" name="Shape 2"/>
          <p:cNvSpPr/>
          <p:nvPr/>
        </p:nvSpPr>
        <p:spPr>
          <a:xfrm>
            <a:off x="788789" y="2772489"/>
            <a:ext cx="4165878" cy="649962"/>
          </a:xfrm>
          <a:prstGeom prst="roundRect">
            <a:avLst>
              <a:gd name="adj" fmla="val 8373"/>
            </a:avLst>
          </a:prstGeom>
          <a:solidFill>
            <a:srgbClr val="F9D2D6"/>
          </a:solidFill>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09267" y="2931081"/>
            <a:ext cx="324922" cy="324922"/>
          </a:xfrm>
          <a:prstGeom prst="rect">
            <a:avLst/>
          </a:prstGeom>
        </p:spPr>
      </p:pic>
      <p:sp>
        <p:nvSpPr>
          <p:cNvPr id="6" name="Text 3"/>
          <p:cNvSpPr/>
          <p:nvPr/>
        </p:nvSpPr>
        <p:spPr>
          <a:xfrm>
            <a:off x="1005364" y="3639026"/>
            <a:ext cx="3732728"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User authentication and role-based access</a:t>
            </a:r>
            <a:endParaRPr lang="en-US" sz="1700" dirty="0"/>
          </a:p>
        </p:txBody>
      </p:sp>
      <p:sp>
        <p:nvSpPr>
          <p:cNvPr id="7" name="Shape 4"/>
          <p:cNvSpPr/>
          <p:nvPr/>
        </p:nvSpPr>
        <p:spPr>
          <a:xfrm>
            <a:off x="5201722" y="2742009"/>
            <a:ext cx="4226838" cy="1837492"/>
          </a:xfrm>
          <a:prstGeom prst="roundRect">
            <a:avLst>
              <a:gd name="adj" fmla="val 4952"/>
            </a:avLst>
          </a:prstGeom>
          <a:solidFill>
            <a:srgbClr val="FFFFFF"/>
          </a:solidFill>
          <a:ln w="30480">
            <a:solidFill>
              <a:srgbClr val="DFB8BC"/>
            </a:solidFill>
            <a:prstDash val="solid"/>
          </a:ln>
        </p:spPr>
        <p:txBody>
          <a:bodyPr/>
          <a:lstStyle/>
          <a:p>
            <a:endParaRPr lang="en-IN"/>
          </a:p>
        </p:txBody>
      </p:sp>
      <p:sp>
        <p:nvSpPr>
          <p:cNvPr id="8" name="Shape 5"/>
          <p:cNvSpPr/>
          <p:nvPr/>
        </p:nvSpPr>
        <p:spPr>
          <a:xfrm>
            <a:off x="5232202" y="2772489"/>
            <a:ext cx="4165878" cy="649962"/>
          </a:xfrm>
          <a:prstGeom prst="roundRect">
            <a:avLst>
              <a:gd name="adj" fmla="val 8373"/>
            </a:avLst>
          </a:prstGeom>
          <a:solidFill>
            <a:srgbClr val="F9D2D6"/>
          </a:solidFill>
          <a:ln/>
        </p:spPr>
        <p:txBody>
          <a:bodyPr/>
          <a:lstStyle/>
          <a:p>
            <a:endParaRPr lang="en-IN"/>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52680" y="2931081"/>
            <a:ext cx="324922" cy="324922"/>
          </a:xfrm>
          <a:prstGeom prst="rect">
            <a:avLst/>
          </a:prstGeom>
        </p:spPr>
      </p:pic>
      <p:sp>
        <p:nvSpPr>
          <p:cNvPr id="10" name="Text 6"/>
          <p:cNvSpPr/>
          <p:nvPr/>
        </p:nvSpPr>
        <p:spPr>
          <a:xfrm>
            <a:off x="5448776" y="3639026"/>
            <a:ext cx="3732728"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Search and filter menu</a:t>
            </a:r>
            <a:endParaRPr lang="en-US" sz="1700" dirty="0"/>
          </a:p>
        </p:txBody>
      </p:sp>
      <p:sp>
        <p:nvSpPr>
          <p:cNvPr id="11" name="Shape 7"/>
          <p:cNvSpPr/>
          <p:nvPr/>
        </p:nvSpPr>
        <p:spPr>
          <a:xfrm>
            <a:off x="9645134" y="2742009"/>
            <a:ext cx="4226957" cy="1837492"/>
          </a:xfrm>
          <a:prstGeom prst="roundRect">
            <a:avLst>
              <a:gd name="adj" fmla="val 4952"/>
            </a:avLst>
          </a:prstGeom>
          <a:solidFill>
            <a:srgbClr val="FFFFFF"/>
          </a:solidFill>
          <a:ln w="30480">
            <a:solidFill>
              <a:srgbClr val="DFB8BC"/>
            </a:solidFill>
            <a:prstDash val="solid"/>
          </a:ln>
        </p:spPr>
        <p:txBody>
          <a:bodyPr/>
          <a:lstStyle/>
          <a:p>
            <a:endParaRPr lang="en-IN"/>
          </a:p>
        </p:txBody>
      </p:sp>
      <p:sp>
        <p:nvSpPr>
          <p:cNvPr id="12" name="Shape 8"/>
          <p:cNvSpPr/>
          <p:nvPr/>
        </p:nvSpPr>
        <p:spPr>
          <a:xfrm>
            <a:off x="9675614" y="2772489"/>
            <a:ext cx="4165997" cy="649962"/>
          </a:xfrm>
          <a:prstGeom prst="roundRect">
            <a:avLst>
              <a:gd name="adj" fmla="val 8373"/>
            </a:avLst>
          </a:prstGeom>
          <a:solidFill>
            <a:srgbClr val="F9D2D6"/>
          </a:solidFill>
          <a:ln/>
        </p:spPr>
        <p:txBody>
          <a:bodyPr/>
          <a:lstStyle/>
          <a:p>
            <a:endParaRPr lang="en-IN"/>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96092" y="2931081"/>
            <a:ext cx="324922" cy="324922"/>
          </a:xfrm>
          <a:prstGeom prst="rect">
            <a:avLst/>
          </a:prstGeom>
        </p:spPr>
      </p:pic>
      <p:sp>
        <p:nvSpPr>
          <p:cNvPr id="14" name="Text 9"/>
          <p:cNvSpPr/>
          <p:nvPr/>
        </p:nvSpPr>
        <p:spPr>
          <a:xfrm>
            <a:off x="9892189" y="3639026"/>
            <a:ext cx="3732848"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Secure online payment system</a:t>
            </a:r>
            <a:endParaRPr lang="en-US" sz="1700" dirty="0"/>
          </a:p>
        </p:txBody>
      </p:sp>
      <p:sp>
        <p:nvSpPr>
          <p:cNvPr id="15" name="Shape 10"/>
          <p:cNvSpPr/>
          <p:nvPr/>
        </p:nvSpPr>
        <p:spPr>
          <a:xfrm>
            <a:off x="758309" y="4796076"/>
            <a:ext cx="4226838" cy="1837492"/>
          </a:xfrm>
          <a:prstGeom prst="roundRect">
            <a:avLst>
              <a:gd name="adj" fmla="val 4952"/>
            </a:avLst>
          </a:prstGeom>
          <a:solidFill>
            <a:srgbClr val="FFFFFF"/>
          </a:solidFill>
          <a:ln w="30480">
            <a:solidFill>
              <a:srgbClr val="DFB8BC"/>
            </a:solidFill>
            <a:prstDash val="solid"/>
          </a:ln>
        </p:spPr>
        <p:txBody>
          <a:bodyPr/>
          <a:lstStyle/>
          <a:p>
            <a:endParaRPr lang="en-IN"/>
          </a:p>
        </p:txBody>
      </p:sp>
      <p:sp>
        <p:nvSpPr>
          <p:cNvPr id="16" name="Shape 11"/>
          <p:cNvSpPr/>
          <p:nvPr/>
        </p:nvSpPr>
        <p:spPr>
          <a:xfrm>
            <a:off x="788789" y="4826556"/>
            <a:ext cx="4165878" cy="649962"/>
          </a:xfrm>
          <a:prstGeom prst="roundRect">
            <a:avLst>
              <a:gd name="adj" fmla="val 8373"/>
            </a:avLst>
          </a:prstGeom>
          <a:solidFill>
            <a:srgbClr val="F9D2D6"/>
          </a:solidFill>
          <a:ln/>
        </p:spPr>
        <p:txBody>
          <a:bodyPr/>
          <a:lstStyle/>
          <a:p>
            <a:endParaRPr lang="en-IN"/>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09267" y="4985147"/>
            <a:ext cx="324922" cy="324922"/>
          </a:xfrm>
          <a:prstGeom prst="rect">
            <a:avLst/>
          </a:prstGeom>
        </p:spPr>
      </p:pic>
      <p:sp>
        <p:nvSpPr>
          <p:cNvPr id="18" name="Text 12"/>
          <p:cNvSpPr/>
          <p:nvPr/>
        </p:nvSpPr>
        <p:spPr>
          <a:xfrm>
            <a:off x="1005364" y="5693093"/>
            <a:ext cx="3732728"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Order tracking and delivery updates</a:t>
            </a:r>
            <a:endParaRPr lang="en-US" sz="1700" dirty="0"/>
          </a:p>
        </p:txBody>
      </p:sp>
      <p:sp>
        <p:nvSpPr>
          <p:cNvPr id="19" name="Shape 13"/>
          <p:cNvSpPr/>
          <p:nvPr/>
        </p:nvSpPr>
        <p:spPr>
          <a:xfrm>
            <a:off x="5201722" y="4796076"/>
            <a:ext cx="4226838" cy="1837492"/>
          </a:xfrm>
          <a:prstGeom prst="roundRect">
            <a:avLst>
              <a:gd name="adj" fmla="val 4952"/>
            </a:avLst>
          </a:prstGeom>
          <a:solidFill>
            <a:srgbClr val="FFFFFF"/>
          </a:solidFill>
          <a:ln w="30480">
            <a:solidFill>
              <a:srgbClr val="DFB8BC"/>
            </a:solidFill>
            <a:prstDash val="solid"/>
          </a:ln>
        </p:spPr>
        <p:txBody>
          <a:bodyPr/>
          <a:lstStyle/>
          <a:p>
            <a:endParaRPr lang="en-IN"/>
          </a:p>
        </p:txBody>
      </p:sp>
      <p:sp>
        <p:nvSpPr>
          <p:cNvPr id="20" name="Shape 14"/>
          <p:cNvSpPr/>
          <p:nvPr/>
        </p:nvSpPr>
        <p:spPr>
          <a:xfrm>
            <a:off x="5232202" y="4826556"/>
            <a:ext cx="4165878" cy="649962"/>
          </a:xfrm>
          <a:prstGeom prst="roundRect">
            <a:avLst>
              <a:gd name="adj" fmla="val 8373"/>
            </a:avLst>
          </a:prstGeom>
          <a:solidFill>
            <a:srgbClr val="F9D2D6"/>
          </a:solidFill>
          <a:ln/>
        </p:spPr>
        <p:txBody>
          <a:bodyPr/>
          <a:lstStyle/>
          <a:p>
            <a:endParaRPr lang="en-IN"/>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52680" y="4985147"/>
            <a:ext cx="324922" cy="324922"/>
          </a:xfrm>
          <a:prstGeom prst="rect">
            <a:avLst/>
          </a:prstGeom>
        </p:spPr>
      </p:pic>
      <p:sp>
        <p:nvSpPr>
          <p:cNvPr id="22" name="Text 15"/>
          <p:cNvSpPr/>
          <p:nvPr/>
        </p:nvSpPr>
        <p:spPr>
          <a:xfrm>
            <a:off x="5448776" y="5693093"/>
            <a:ext cx="3732728"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Responsive UI (works on mobile and desktop)</a:t>
            </a:r>
            <a:endParaRPr lang="en-US" sz="1700" dirty="0"/>
          </a:p>
        </p:txBody>
      </p:sp>
      <p:pic>
        <p:nvPicPr>
          <p:cNvPr id="24" name="Picture 23">
            <a:extLst>
              <a:ext uri="{FF2B5EF4-FFF2-40B4-BE49-F238E27FC236}">
                <a16:creationId xmlns:a16="http://schemas.microsoft.com/office/drawing/2014/main" id="{3AF76D56-27C0-079F-32DD-AF33715E18E1}"/>
              </a:ext>
            </a:extLst>
          </p:cNvPr>
          <p:cNvPicPr>
            <a:picLocks noChangeAspect="1"/>
          </p:cNvPicPr>
          <p:nvPr/>
        </p:nvPicPr>
        <p:blipFill>
          <a:blip r:embed="rId13"/>
          <a:stretch>
            <a:fillRect/>
          </a:stretch>
        </p:blipFill>
        <p:spPr>
          <a:xfrm>
            <a:off x="12315502" y="7724705"/>
            <a:ext cx="2314898" cy="5048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7EAA78-A348-E984-0962-30B7E061EB07}"/>
              </a:ext>
            </a:extLst>
          </p:cNvPr>
          <p:cNvSpPr txBox="1"/>
          <p:nvPr/>
        </p:nvSpPr>
        <p:spPr>
          <a:xfrm>
            <a:off x="5491976" y="372894"/>
            <a:ext cx="3646448" cy="646331"/>
          </a:xfrm>
          <a:prstGeom prst="rect">
            <a:avLst/>
          </a:prstGeom>
          <a:noFill/>
        </p:spPr>
        <p:txBody>
          <a:bodyPr wrap="square" rtlCol="0">
            <a:spAutoFit/>
          </a:bodyPr>
          <a:lstStyle/>
          <a:p>
            <a:pPr algn="ctr"/>
            <a:r>
              <a:rPr lang="en-IN" sz="3600" b="1" dirty="0">
                <a:latin typeface="Arial" panose="020B0604020202020204" pitchFamily="34" charset="0"/>
                <a:cs typeface="Arial" panose="020B0604020202020204" pitchFamily="34" charset="0"/>
              </a:rPr>
              <a:t>Results</a:t>
            </a:r>
          </a:p>
        </p:txBody>
      </p:sp>
      <p:pic>
        <p:nvPicPr>
          <p:cNvPr id="4" name="Picture 3" descr="A white background with black dots&#10;&#10;AI-generated content may be incorrect.">
            <a:extLst>
              <a:ext uri="{FF2B5EF4-FFF2-40B4-BE49-F238E27FC236}">
                <a16:creationId xmlns:a16="http://schemas.microsoft.com/office/drawing/2014/main" id="{8EC76DF9-8E41-8A46-18CD-5C213DB055E4}"/>
              </a:ext>
            </a:extLst>
          </p:cNvPr>
          <p:cNvPicPr>
            <a:picLocks noChangeAspect="1"/>
          </p:cNvPicPr>
          <p:nvPr/>
        </p:nvPicPr>
        <p:blipFill>
          <a:blip r:embed="rId2"/>
          <a:stretch>
            <a:fillRect/>
          </a:stretch>
        </p:blipFill>
        <p:spPr>
          <a:xfrm>
            <a:off x="12315502" y="7724705"/>
            <a:ext cx="2314898" cy="504895"/>
          </a:xfrm>
          <a:prstGeom prst="rect">
            <a:avLst/>
          </a:prstGeom>
        </p:spPr>
      </p:pic>
      <p:pic>
        <p:nvPicPr>
          <p:cNvPr id="6" name="Picture 5" descr="A plate of food with a fork and knife&#10;&#10;AI-generated content may be incorrect.">
            <a:extLst>
              <a:ext uri="{FF2B5EF4-FFF2-40B4-BE49-F238E27FC236}">
                <a16:creationId xmlns:a16="http://schemas.microsoft.com/office/drawing/2014/main" id="{39F8F079-1C34-A8AC-D0C4-6BC3A9150357}"/>
              </a:ext>
            </a:extLst>
          </p:cNvPr>
          <p:cNvPicPr>
            <a:picLocks noChangeAspect="1"/>
          </p:cNvPicPr>
          <p:nvPr/>
        </p:nvPicPr>
        <p:blipFill>
          <a:blip r:embed="rId3"/>
          <a:stretch>
            <a:fillRect/>
          </a:stretch>
        </p:blipFill>
        <p:spPr>
          <a:xfrm>
            <a:off x="170055" y="1331278"/>
            <a:ext cx="5163015" cy="2421075"/>
          </a:xfrm>
          <a:prstGeom prst="rect">
            <a:avLst/>
          </a:prstGeom>
        </p:spPr>
      </p:pic>
      <p:pic>
        <p:nvPicPr>
          <p:cNvPr id="8" name="Picture 7" descr="A screenshot of a food menu&#10;&#10;AI-generated content may be incorrect.">
            <a:extLst>
              <a:ext uri="{FF2B5EF4-FFF2-40B4-BE49-F238E27FC236}">
                <a16:creationId xmlns:a16="http://schemas.microsoft.com/office/drawing/2014/main" id="{9681A44C-DAEB-275F-9AB8-1E6B83466CFE}"/>
              </a:ext>
            </a:extLst>
          </p:cNvPr>
          <p:cNvPicPr>
            <a:picLocks noChangeAspect="1"/>
          </p:cNvPicPr>
          <p:nvPr/>
        </p:nvPicPr>
        <p:blipFill>
          <a:blip r:embed="rId4"/>
          <a:stretch>
            <a:fillRect/>
          </a:stretch>
        </p:blipFill>
        <p:spPr>
          <a:xfrm>
            <a:off x="5333070" y="1368605"/>
            <a:ext cx="4231887" cy="2346419"/>
          </a:xfrm>
          <a:prstGeom prst="rect">
            <a:avLst/>
          </a:prstGeom>
        </p:spPr>
      </p:pic>
      <p:pic>
        <p:nvPicPr>
          <p:cNvPr id="10" name="Picture 9" descr="A screenshot of a website&#10;&#10;AI-generated content may be incorrect.">
            <a:extLst>
              <a:ext uri="{FF2B5EF4-FFF2-40B4-BE49-F238E27FC236}">
                <a16:creationId xmlns:a16="http://schemas.microsoft.com/office/drawing/2014/main" id="{7859C7D5-AF83-131C-D3BD-FA32743A90BC}"/>
              </a:ext>
            </a:extLst>
          </p:cNvPr>
          <p:cNvPicPr>
            <a:picLocks noChangeAspect="1"/>
          </p:cNvPicPr>
          <p:nvPr/>
        </p:nvPicPr>
        <p:blipFill>
          <a:blip r:embed="rId5"/>
          <a:stretch>
            <a:fillRect/>
          </a:stretch>
        </p:blipFill>
        <p:spPr>
          <a:xfrm>
            <a:off x="9771257" y="1427187"/>
            <a:ext cx="4418670" cy="2325166"/>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10F99F60-6A46-18FF-36BC-FC91A2127E3A}"/>
              </a:ext>
            </a:extLst>
          </p:cNvPr>
          <p:cNvPicPr>
            <a:picLocks noChangeAspect="1"/>
          </p:cNvPicPr>
          <p:nvPr/>
        </p:nvPicPr>
        <p:blipFill>
          <a:blip r:embed="rId6"/>
          <a:stretch>
            <a:fillRect/>
          </a:stretch>
        </p:blipFill>
        <p:spPr>
          <a:xfrm>
            <a:off x="538653" y="4595779"/>
            <a:ext cx="4445941" cy="2100081"/>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FF947973-7A7D-2DD7-AACF-5814AB183149}"/>
              </a:ext>
            </a:extLst>
          </p:cNvPr>
          <p:cNvPicPr>
            <a:picLocks noChangeAspect="1"/>
          </p:cNvPicPr>
          <p:nvPr/>
        </p:nvPicPr>
        <p:blipFill>
          <a:blip r:embed="rId7"/>
          <a:stretch>
            <a:fillRect/>
          </a:stretch>
        </p:blipFill>
        <p:spPr>
          <a:xfrm>
            <a:off x="5347921" y="4644811"/>
            <a:ext cx="4202184" cy="2002016"/>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DD234068-9AE2-CD5B-D6DA-0D5E2C5134F8}"/>
              </a:ext>
            </a:extLst>
          </p:cNvPr>
          <p:cNvPicPr>
            <a:picLocks noChangeAspect="1"/>
          </p:cNvPicPr>
          <p:nvPr/>
        </p:nvPicPr>
        <p:blipFill>
          <a:blip r:embed="rId8"/>
          <a:stretch>
            <a:fillRect/>
          </a:stretch>
        </p:blipFill>
        <p:spPr>
          <a:xfrm>
            <a:off x="9993919" y="4595779"/>
            <a:ext cx="4196008" cy="2002017"/>
          </a:xfrm>
          <a:prstGeom prst="rect">
            <a:avLst/>
          </a:prstGeom>
        </p:spPr>
      </p:pic>
    </p:spTree>
    <p:extLst>
      <p:ext uri="{BB962C8B-B14F-4D97-AF65-F5344CB8AC3E}">
        <p14:creationId xmlns:p14="http://schemas.microsoft.com/office/powerpoint/2010/main" val="281259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2382441"/>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1F1E1E"/>
                </a:solidFill>
                <a:latin typeface="Arial" panose="020B0604020202020204" pitchFamily="34" charset="0"/>
                <a:ea typeface="Sora Semi Bold" pitchFamily="34" charset="-122"/>
                <a:cs typeface="Arial" panose="020B0604020202020204" pitchFamily="34" charset="0"/>
              </a:rPr>
              <a:t>Conclusion</a:t>
            </a:r>
            <a:endParaRPr lang="en-US" sz="4450" b="1" dirty="0">
              <a:latin typeface="Arial" panose="020B0604020202020204" pitchFamily="34" charset="0"/>
              <a:cs typeface="Arial" panose="020B0604020202020204" pitchFamily="34" charset="0"/>
            </a:endParaRPr>
          </a:p>
        </p:txBody>
      </p:sp>
      <p:sp>
        <p:nvSpPr>
          <p:cNvPr id="4" name="Text 1"/>
          <p:cNvSpPr/>
          <p:nvPr/>
        </p:nvSpPr>
        <p:spPr>
          <a:xfrm>
            <a:off x="758309" y="3420070"/>
            <a:ext cx="7627382" cy="242697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The APPETITE Food Delivery System efficiently manages online food orders, payments, and deliveries, automating interactions between customers, restaurants, and delivery personnel. This reduces errors, improves service speed, and enhances convenience through secure authentication and real-time tracking. Built with a robust MERN stack, it ensures scalability and reliability, demonstrating how technology can streamline the food delivery process for everyone.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at Smart, Be Fit Maryland!: Fun Ways to Thank Cafeteria Workers">
            <a:extLst>
              <a:ext uri="{FF2B5EF4-FFF2-40B4-BE49-F238E27FC236}">
                <a16:creationId xmlns:a16="http://schemas.microsoft.com/office/drawing/2014/main" id="{D33DFC3D-625C-D64A-1716-E4D710849A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3521" y="1763751"/>
            <a:ext cx="7523357" cy="47020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3D67110-8CB5-5D7C-0EE6-E8EF859E58E5}"/>
              </a:ext>
            </a:extLst>
          </p:cNvPr>
          <p:cNvPicPr>
            <a:picLocks noChangeAspect="1"/>
          </p:cNvPicPr>
          <p:nvPr/>
        </p:nvPicPr>
        <p:blipFill>
          <a:blip r:embed="rId3"/>
          <a:stretch>
            <a:fillRect/>
          </a:stretch>
        </p:blipFill>
        <p:spPr>
          <a:xfrm>
            <a:off x="12458397" y="7667547"/>
            <a:ext cx="2172003" cy="562053"/>
          </a:xfrm>
          <a:prstGeom prst="rect">
            <a:avLst/>
          </a:prstGeom>
        </p:spPr>
      </p:pic>
    </p:spTree>
    <p:extLst>
      <p:ext uri="{BB962C8B-B14F-4D97-AF65-F5344CB8AC3E}">
        <p14:creationId xmlns:p14="http://schemas.microsoft.com/office/powerpoint/2010/main" val="1015474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493</Words>
  <Application>Microsoft Office PowerPoint</Application>
  <PresentationFormat>Custom</PresentationFormat>
  <Paragraphs>87</Paragraphs>
  <Slides>11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 Narrow</vt:lpstr>
      <vt:lpstr>SimSun</vt:lpstr>
      <vt:lpstr>Sora Semi Bold</vt:lpstr>
      <vt:lpstr>Sora Light</vt:lpstr>
      <vt:lpstr>Sitka Text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sohambhowmick155@gmail.com</cp:lastModifiedBy>
  <cp:revision>1</cp:revision>
  <dcterms:created xsi:type="dcterms:W3CDTF">2025-11-11T19:05:17Z</dcterms:created>
  <dcterms:modified xsi:type="dcterms:W3CDTF">2025-11-12T03:54:15Z</dcterms:modified>
</cp:coreProperties>
</file>